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929C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>
        <p:scale>
          <a:sx n="100" d="100"/>
          <a:sy n="100" d="100"/>
        </p:scale>
        <p:origin x="168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69EC-3825-6274-20FD-1976C25136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967FB84-9663-1F72-5659-20C18EBF1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89EB78-C06F-5593-06A8-C68FEF5E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0FE2A-6128-4C3C-867D-982A83A23D4C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F5AAFF-841E-C967-18FA-D20482751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837554-F2AC-B173-45DA-0895C38FA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D1358-B738-455E-9FBC-60F88C2EB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871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9E8B4A-63DF-E1A3-D0BB-1C32E5F6C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028DAF-CECE-6390-49EC-52AB07BB4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>
              <a:defRPr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>
              <a:defRPr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>
              <a:defRPr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>
              <a:defRPr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0266E1-AC11-977F-1B49-51039909D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fld id="{44E0FE2A-6128-4C3C-867D-982A83A23D4C}" type="datetimeFigureOut">
              <a:rPr lang="ko-KR" altLang="en-US" smtClean="0"/>
              <a:pPr/>
              <a:t>2026-05-07</a:t>
            </a:fld>
            <a:endParaRPr lang="ko-KR" altLang="en-US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9A6FB1-A9E7-4062-331C-7AFB42E7D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endParaRPr lang="ko-KR" altLang="en-US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072504-FDD9-18BD-F20F-C1397061B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fld id="{36ED1358-B738-455E-9FBC-60F88C2EB9DB}" type="slidenum">
              <a:rPr lang="ko-KR" altLang="en-US" smtClean="0"/>
              <a:pPr/>
              <a:t>‹#›</a:t>
            </a:fld>
            <a:endParaRPr lang="ko-KR" altLang="en-US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87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3D0A32-D503-BACB-2226-99B49E96B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8BCA29-49E0-0923-1D2B-4FE9CF269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1336AF-574C-8B63-64AC-EDAF73DAF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0FE2A-6128-4C3C-867D-982A83A23D4C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AD87C1-4B9F-CD8C-A4AA-E7012AD9B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5B9EED-179E-2591-6FE0-A2B5CBCA2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D1358-B738-455E-9FBC-60F88C2EB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8173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BA951A-E74F-D08E-9A12-09FF71E3C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422691-479E-0F1B-10CB-049A47B66F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D0ABA7A-37D4-ECD8-50D0-9ED710541A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3453CD-2520-C513-9BCE-77BC1859F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0FE2A-6128-4C3C-867D-982A83A23D4C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13CB05-43F1-D670-852A-DE05F6C99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D4D141-E596-6E08-1ED9-E9E888F73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D1358-B738-455E-9FBC-60F88C2EB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306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C44111-9AFC-1DD1-2CB4-8679A591E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C8F3B7-B386-A05A-E753-DF116212D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E1B83E-44EA-C145-6DD8-118C05E825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5762E3C-5344-0143-0E5D-508ABBD912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ED6F92A-59FE-A9EB-5057-37794C9160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4A2FB18-94D3-417B-3057-8054B1BA7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0FE2A-6128-4C3C-867D-982A83A23D4C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16D73C2-E271-C253-1D2C-A643DFA20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685EBF8-8DD3-55CE-BCBC-07DE95B99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D1358-B738-455E-9FBC-60F88C2EB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7043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B205C0-2E4E-D923-6B0E-BDBB932B4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D5A64AA-E6EB-0B9C-C995-2881B03D3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0FE2A-6128-4C3C-867D-982A83A23D4C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EF021D-E687-25AC-6C2C-A5CB8B3F3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21D0309-99DD-357B-6CD3-60804C96E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D1358-B738-455E-9FBC-60F88C2EB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290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228DE64-319A-563F-4F2C-1C3E707A3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0FE2A-6128-4C3C-867D-982A83A23D4C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67BAB7A-9248-6BA9-0E4E-BFA11324B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54DE0C-137C-6FE7-236C-DEC8981F2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D1358-B738-455E-9FBC-60F88C2EB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1352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1EB5A5-DDBF-EA54-13A8-0DC1D6054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EDDE73-E6FB-405D-DC13-2DA74EBEE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2EC108-564C-45C9-0D75-FC1A433D3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477217-3BB2-8676-A069-BBFFC03DB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0FE2A-6128-4C3C-867D-982A83A23D4C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659F81-B168-8B8D-5673-7F163AAFC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12EAB0-295B-7AB4-BE0A-DD58D1797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D1358-B738-455E-9FBC-60F88C2EB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851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EDCDB-EA83-E289-FBB0-C8523CC73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FD47661-EECB-CC05-7114-48B6C6B118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E94A57-AAD6-175D-CC8D-1F5E7EDEFD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A69E64-EBE0-B871-6FCC-1E151C42B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0FE2A-6128-4C3C-867D-982A83A23D4C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B8D5FD-3BD7-DE19-88A8-A74AA3862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9DB77F-13A8-3C17-5498-D341D4D25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D1358-B738-455E-9FBC-60F88C2EB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168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E4CEE-DDCD-F570-4D75-D5FF1FC14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9040C8-FCE6-9AE3-ADBD-2FC65C0B67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C9894F-3B5E-E181-4E7E-408594DEE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0FE2A-6128-4C3C-867D-982A83A23D4C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8093E3-F46A-B0F2-9B29-E1F136E05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602346-F5AE-2049-2AB7-6EED7BD2A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D1358-B738-455E-9FBC-60F88C2EB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252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C477BC3-5B3E-E4DD-2FE4-7D9F1DBC2E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078CBE1-2FC7-3EA4-63D6-60437ED242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54074E-7EE5-8727-E276-882CAA0E1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0FE2A-6128-4C3C-867D-982A83A23D4C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1F86F1-68D1-B79D-5188-5092B9530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311F9C-F879-DBB5-F0F5-15C78F0C2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D1358-B738-455E-9FBC-60F88C2EB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020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3220C44-F67A-6F3D-5882-64BD30CFD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9751B5-8CD5-6E3E-DFD7-60C21EE56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0CD3ED-E225-E518-64CF-C097A5EF42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Agency FB" panose="020B0503020202020204" pitchFamily="34" charset="0"/>
                <a:ea typeface="HY헤드라인M" panose="02030600000101010101" pitchFamily="18" charset="-127"/>
              </a:defRPr>
            </a:lvl1pPr>
          </a:lstStyle>
          <a:p>
            <a:fld id="{44E0FE2A-6128-4C3C-867D-982A83A23D4C}" type="datetimeFigureOut">
              <a:rPr lang="ko-KR" altLang="en-US" smtClean="0"/>
              <a:pPr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1E1DD0-322E-4BB2-F303-6602F1D37C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Agency FB" panose="020B0503020202020204" pitchFamily="34" charset="0"/>
                <a:ea typeface="HY헤드라인M" panose="0203060000010101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924AA9-607F-E0B6-74BB-D9B2EB544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Agency FB" panose="020B0503020202020204" pitchFamily="34" charset="0"/>
                <a:ea typeface="HY헤드라인M" panose="02030600000101010101" pitchFamily="18" charset="-127"/>
              </a:defRPr>
            </a:lvl1pPr>
          </a:lstStyle>
          <a:p>
            <a:fld id="{36ED1358-B738-455E-9FBC-60F88C2EB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2329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gency FB" panose="020B0503020202020204" pitchFamily="34" charset="0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gency FB" panose="020B0503020202020204" pitchFamily="34" charset="0"/>
          <a:ea typeface="HY헤드라인M" panose="02030600000101010101" pitchFamily="18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gency FB" panose="020B0503020202020204" pitchFamily="34" charset="0"/>
          <a:ea typeface="HY헤드라인M" panose="02030600000101010101" pitchFamily="18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gency FB" panose="020B0503020202020204" pitchFamily="34" charset="0"/>
          <a:ea typeface="HY헤드라인M" panose="02030600000101010101" pitchFamily="18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gency FB" panose="020B0503020202020204" pitchFamily="34" charset="0"/>
          <a:ea typeface="HY헤드라인M" panose="02030600000101010101" pitchFamily="18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gency FB" panose="020B0503020202020204" pitchFamily="34" charset="0"/>
          <a:ea typeface="HY헤드라인M" panose="02030600000101010101" pitchFamily="18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375AA-5B93-D566-1297-BADE5C8C0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E253BD48-4CC8-D6D2-799F-C9605E3C8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4575" y="980"/>
            <a:ext cx="47974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19239D5-DA92-FF43-9E7E-D779B67512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2712" y="1041400"/>
            <a:ext cx="9144000" cy="2387600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LIGHT, CAMERA, ACTION.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EEFFE5F-7FC1-8203-AB87-2B7E51E927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7310" y="3488228"/>
            <a:ext cx="8446851" cy="1655762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TEAM 1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B7076D-4D6D-4DB4-849C-BCE60A77DCE7}"/>
              </a:ext>
            </a:extLst>
          </p:cNvPr>
          <p:cNvSpPr txBox="1"/>
          <p:nvPr/>
        </p:nvSpPr>
        <p:spPr>
          <a:xfrm>
            <a:off x="0" y="6571574"/>
            <a:ext cx="1973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(c) 2019-2026 Electronic Arts</a:t>
            </a:r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347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>
            <a:extLst>
              <a:ext uri="{FF2B5EF4-FFF2-40B4-BE49-F238E27FC236}">
                <a16:creationId xmlns:a16="http://schemas.microsoft.com/office/drawing/2014/main" id="{AA43C067-0642-8452-F103-6CF040A626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9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2" r="23495" b="23496"/>
          <a:stretch>
            <a:fillRect/>
          </a:stretch>
        </p:blipFill>
        <p:spPr bwMode="auto">
          <a:xfrm>
            <a:off x="-1" y="-1"/>
            <a:ext cx="12192001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494980A-6365-8155-E016-63D49B8AA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999"/>
            <a:ext cx="10515600" cy="1325563"/>
          </a:xfrm>
        </p:spPr>
        <p:txBody>
          <a:bodyPr/>
          <a:lstStyle/>
          <a:p>
            <a:r>
              <a:rPr lang="en-US" altLang="ko-K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CONTENTS</a:t>
            </a:r>
            <a:endParaRPr lang="ko-KR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A21185-3575-F594-9F3F-6A2D0A728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562"/>
            <a:ext cx="10515600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altLang="ko-K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CAMERA ARCHITECTURE</a:t>
            </a:r>
          </a:p>
          <a:p>
            <a:pPr marL="514350" indent="-514350">
              <a:buAutoNum type="arabicPeriod"/>
            </a:pPr>
            <a:r>
              <a:rPr lang="en-US" altLang="ko-K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BEZIER TRANSITION</a:t>
            </a:r>
          </a:p>
          <a:p>
            <a:pPr marL="514350" indent="-514350">
              <a:buAutoNum type="arabicPeriod"/>
            </a:pPr>
            <a:r>
              <a:rPr lang="en-US" altLang="ko-K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CINEMATIC OVERLAY</a:t>
            </a:r>
          </a:p>
          <a:p>
            <a:pPr marL="514350" indent="-514350">
              <a:buAutoNum type="arabicPeriod"/>
            </a:pPr>
            <a:r>
              <a:rPr lang="en-US" altLang="ko-K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DYNAMIC CAMERA &amp; POST PROCESSING</a:t>
            </a:r>
          </a:p>
          <a:p>
            <a:pPr marL="514350" indent="-514350">
              <a:buAutoNum type="arabicPeriod"/>
            </a:pPr>
            <a:r>
              <a:rPr lang="en-US" altLang="ko-K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TIME DILATION</a:t>
            </a:r>
          </a:p>
          <a:p>
            <a:pPr marL="514350" indent="-514350">
              <a:buAutoNum type="arabicPeriod"/>
            </a:pPr>
            <a:r>
              <a:rPr lang="en-US" altLang="ko-K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HIT SQUASH &amp; KNOCK BACK</a:t>
            </a:r>
            <a:endParaRPr lang="ko-KR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7DCE70-BEDD-CB92-AF87-640628307DB1}"/>
              </a:ext>
            </a:extLst>
          </p:cNvPr>
          <p:cNvSpPr txBox="1"/>
          <p:nvPr/>
        </p:nvSpPr>
        <p:spPr>
          <a:xfrm>
            <a:off x="10218656" y="0"/>
            <a:ext cx="1973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(c) 2019-2026 Electronic Arts</a:t>
            </a:r>
            <a:endParaRPr lang="ko-KR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165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E5781-97F9-2C9D-1001-E7471B5F2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54CDB3-CA3B-455C-6398-87BAD0606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1. CAMERA ARCHITECTURE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4D6441-C028-9ABE-F2DF-3BFCDE3F0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5033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6FC53-B736-D3C3-D347-814339AD3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E35FF4-E43B-64A0-B522-D9D712AD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2. BEZIER TRANSITION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FBDB3D-CCBD-8148-E93F-5BEFDEB7E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0709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06FA7-5358-8FDA-35BA-C607EEC20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29AFA1-C8A0-D853-935F-110667B01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3. CINEMATIC OVERLAY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C5B1A7-02AB-BBA7-373C-974D598F2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205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B1CA9-ADFD-F209-9F7E-86AA3EF36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DBD1A7-8992-7BD2-2F9A-5C7FF873A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4. DYNAMIC OVERLAY &amp; POST PROCESSING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A7B8E3-AE05-8659-5483-2E1E32D47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728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FF582-E319-2FFC-9845-2BEF076C8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7FED7F-B2E1-6427-1C99-D7596D5DD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5. TIME DILATION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AF9CA7-CC8D-F2C5-12A3-BD824D3AD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8973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7F364-F0B3-61BD-2E4A-D4DB48526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E17ECE-4E64-C05D-EB97-710D88D98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6. HIT SQUASH &amp; KNOCK BACK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7B3330-E0E6-782C-DF5B-CCE53A522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9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62636-7EEF-A323-28D3-DA7A8D905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575267-1CF3-8820-F574-DC1A83515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A6D48912-F8D0-99FA-555D-492FEC969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837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70</Words>
  <Application>Microsoft Office PowerPoint</Application>
  <PresentationFormat>와이드스크린</PresentationFormat>
  <Paragraphs>17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HY헤드라인M</vt:lpstr>
      <vt:lpstr>Agency FB</vt:lpstr>
      <vt:lpstr>Arial</vt:lpstr>
      <vt:lpstr>Office 테마</vt:lpstr>
      <vt:lpstr>LIGHT, CAMERA, ACTION.</vt:lpstr>
      <vt:lpstr>CONTENTS</vt:lpstr>
      <vt:lpstr>1. CAMERA ARCHITECTURE</vt:lpstr>
      <vt:lpstr>2. BEZIER TRANSITION</vt:lpstr>
      <vt:lpstr>3. CINEMATIC OVERLAY</vt:lpstr>
      <vt:lpstr>4. DYNAMIC OVERLAY &amp; POST PROCESSING</vt:lpstr>
      <vt:lpstr>5. TIME DILATION</vt:lpstr>
      <vt:lpstr>6. HIT SQUASH &amp; KNOCK BACK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김기훈</dc:creator>
  <cp:lastModifiedBy>김기훈</cp:lastModifiedBy>
  <cp:revision>11</cp:revision>
  <dcterms:created xsi:type="dcterms:W3CDTF">2026-05-06T15:13:56Z</dcterms:created>
  <dcterms:modified xsi:type="dcterms:W3CDTF">2026-05-06T15:59:35Z</dcterms:modified>
</cp:coreProperties>
</file>