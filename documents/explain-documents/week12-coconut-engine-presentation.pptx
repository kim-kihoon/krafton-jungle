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5_B1FBE121.xml" ContentType="application/vnd.ms-powerpoint.comments+xml"/>
  <Override PartName="/ppt/comments/modernComment_108_7D063F9.xml" ContentType="application/vnd.ms-powerpoint.comments+xml"/>
  <Override PartName="/ppt/comments/modernComment_112_81CC2F82.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56" r:id="rId5"/>
    <p:sldId id="257" r:id="rId6"/>
    <p:sldId id="278" r:id="rId7"/>
    <p:sldId id="258" r:id="rId8"/>
    <p:sldId id="259" r:id="rId9"/>
    <p:sldId id="262" r:id="rId10"/>
    <p:sldId id="263" r:id="rId11"/>
    <p:sldId id="266" r:id="rId12"/>
    <p:sldId id="270" r:id="rId13"/>
    <p:sldId id="261" r:id="rId14"/>
    <p:sldId id="264" r:id="rId15"/>
    <p:sldId id="274" r:id="rId16"/>
    <p:sldId id="279" r:id="rId17"/>
    <p:sldId id="277" r:id="rId18"/>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0EA653A-50E1-2095-8FFE-98E4743221D7}" name="Guest User" initials="GU" userId="S::urn:spo:tenantanon#88d445e5-e9b0-4cd3-815f-40f8a3009b4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8AA6E"/>
    <a:srgbClr val="0A15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261B42-11A7-8F20-5F11-080ECA91345C}" v="2004" dt="2026-05-27T22:37:41.660"/>
    <p1510:client id="{8B2ED7F2-FBE4-77A4-D13B-8642812C6CFC}" v="263" dt="2026-05-27T11:22:31.936"/>
    <p1510:client id="{9FC88B89-DD24-D089-9933-49FF8418D213}" v="4" dt="2026-05-28T04:06:53.330"/>
    <p1510:client id="{C752ED09-F6B3-4641-A129-BA258ABD4B99}" v="1057" dt="2026-05-27T18:50:35.664"/>
    <p1510:client id="{DCD5AE50-BA2B-3234-4BFB-544EC4F258DC}" v="2827" dt="2026-05-27T15:49:38.752"/>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omments/modernComment_105_B1FBE121.xml><?xml version="1.0" encoding="utf-8"?>
<p188:cmLst xmlns:a="http://schemas.openxmlformats.org/drawingml/2006/main" xmlns:r="http://schemas.openxmlformats.org/officeDocument/2006/relationships" xmlns:p188="http://schemas.microsoft.com/office/powerpoint/2018/8/main">
  <p188:cm id="{0E5B6007-8EA6-4F31-B063-21BBC4376BF5}" authorId="{10EA653A-50E1-2095-8FFE-98E4743221D7}" created="2026-05-27T15:17:53.124">
    <pc:sldMkLst xmlns:pc="http://schemas.microsoft.com/office/powerpoint/2013/main/command">
      <pc:docMk/>
      <pc:sldMk cId="2986074401" sldId="261"/>
    </pc:sldMkLst>
    <p188:txBody>
      <a:bodyPr/>
      <a:lstStyle/>
      <a:p>
        <a:r>
          <a:rPr lang="en-US"/>
          <a:t>반투명 물체를 렌더링할 때 발생하는 문제에 대해 이야기해보겠습니다.
보통 3D 그래픽에서 불투명한 물체를 그릴 때는 깊이 버퍼, 즉 Z-buffer를 활용해서 앞에 있는 물체가 뒤를 가리도록 처리합니다. 그런데 반투명 물체는 조금 다릅니다. 반투명 물체는 뒤에 있는 것도 비쳐 보여야 하기 때문에, 깊이를 기록해버리면 뒤쪽 물체가 아예 그려지지 않는 문제가 생깁니다. 그래서 반투명 물체는 깊이를 기록하지 않고, 나중에 그려진 것들을 그냥 덮어 씌우면서 색을 섞는 방식을 씁니다.
이 색 혼합 방식이 바로 AlphaBlend 공식인데요, 수식으로 보면 이렇습니다. 목적지 색상은 소스 색상에 소스의 알파값을 곱한 것, 더하기 기존 목적지 색상에 (1 - 알파)를 곱한 것입니다. 쉽게 말하면, 새로 그리는 물체의 투명도에 따라 기존 배경색과 자연스럽게 섞어주는 것입니다.
그런데 여기서 중요한 문제가 있습니다. 이 AlphaBlend 연산은 교환법칙이 성립하지 않습니다. 왼쪽 그림처럼 빨간색 위에 초록색을 그리는 것과, 오른쪽처럼 초록색 위에 빨간색을 그리는 것은 결과가 다르게 나옵니다. 
따라서 반투명 물체를 올바르게 렌더링하려면, 그리는 순서가 매우 중요합니다. </a:t>
        </a:r>
      </a:p>
    </p188:txBody>
  </p188:cm>
</p188:cmLst>
</file>

<file path=ppt/comments/modernComment_108_7D063F9.xml><?xml version="1.0" encoding="utf-8"?>
<p188:cmLst xmlns:a="http://schemas.openxmlformats.org/drawingml/2006/main" xmlns:r="http://schemas.openxmlformats.org/officeDocument/2006/relationships" xmlns:p188="http://schemas.microsoft.com/office/powerpoint/2018/8/main">
  <p188:cm id="{EBA29AEF-61E7-4267-9101-2D315552EB35}" authorId="{10EA653A-50E1-2095-8FFE-98E4743221D7}" created="2026-05-27T15:31:06.557">
    <pc:sldMkLst xmlns:pc="http://schemas.microsoft.com/office/powerpoint/2013/main/command">
      <pc:docMk/>
      <pc:sldMk cId="131097593" sldId="264"/>
    </pc:sldMkLst>
    <p188:txBody>
      <a:bodyPr/>
      <a:lstStyle/>
      <a:p>
        <a:r>
          <a:rPr lang="en-US"/>
          <a:t>저희는 파티클 정렬에 세 개의 단계를 두었습니다. 첫째는 Per-Particle System 정렬으로, 일반적으로 액터 간의 우선순위를 지정해 준다고 이해하시면 되겠습니다. 가장 상위에 있는 만큼 가장 우선되는 정렬입니다. 시스템 간에 우선순위는 단순하게 상수 필드를 통해 정해지며, 컴퍼넌트에 귀속된 프로처티이기에 에디터에서 간단하게 지정할 수 있습니다. 
다음은 파티클 시스템 내 에미터 간의 정렬입니다. 파티클 시스템과 비슷하게 상수 필드를 통해 우선 순위를 지정합니다. 단, 프로퍼티 패널이 아닌 파티클 에디터를 통해 지정합니다.
마지막으로 에미터 내의 파티클 간의 정렬입니다. 파티클은 동적으로 생성되므로 정렬을 달리 할 필요가 있습니다. 우측 열거형 기준으로 상단부터 아무 정렬도 하지 않을 수도 있고 (참고: 이 경우 단순히 인덱스 순서로 그림), 보이는 화면 내 깊이 기준으로 정렬하거나, 카메라로부터의 절대 거리 기준으로 정렬할 수도 있습니다. 그 외에는 파티클이 생성된 순서에 따라 정렬 할 수 있습니다.
(참고2: 정렬은 BlendMode가 AlphaBlend, Opaque 일때만 적용. 빔, 리본은 마디 하나하나가 파티클로 취급되는 만큼 정렬 휴리스틱 적용 불가. 즉, 인덱스 순서로 그림)</a:t>
        </a:r>
      </a:p>
    </p188:txBody>
  </p188:cm>
</p188:cmLst>
</file>

<file path=ppt/comments/modernComment_112_81CC2F82.xml><?xml version="1.0" encoding="utf-8"?>
<p188:cmLst xmlns:a="http://schemas.openxmlformats.org/drawingml/2006/main" xmlns:r="http://schemas.openxmlformats.org/officeDocument/2006/relationships" xmlns:p188="http://schemas.microsoft.com/office/powerpoint/2018/8/main">
  <p188:cm id="{9097E875-9AF4-47F9-AC92-D9F908E863A6}" authorId="{10EA653A-50E1-2095-8FFE-98E4743221D7}" created="2026-05-27T15:33:14.686">
    <pc:sldMkLst xmlns:pc="http://schemas.microsoft.com/office/powerpoint/2013/main/command">
      <pc:docMk/>
      <pc:sldMk cId="2177642370" sldId="274"/>
    </pc:sldMkLst>
    <p188:txBody>
      <a:bodyPr/>
      <a:lstStyle/>
      <a:p>
        <a:r>
          <a:rPr lang="en-US"/>
          <a:t>파티클 시스템은 렌더링 방식을 크게 4가지 타입으로 나눌 수 있습니다.
먼저 Sprite Particles입니다. 가장 기본적인 형태로, 파티클 하나당 4개의 정점을 할당해서 화면에 배치합니다. Screen Alignment 설정을 통해 항상 카메라를 향하도록 빌보드 효과를 줄 수도 있고, 필요에 따라 끌 수도 있습니다.
다음은 Mesh Particles입니다. 단순한 사각형이 아니라 3D 메시를 파티클로 사용하는 방식입니다. Emitter가 하나의 정점 버퍼를 가지고, 각 파티클은 자신만의 MVP 행렬을 인스턴스 데이터로 소유합니다. 덕분에 Emitter 당 DrawInstanced 함수를 딱 한 번만 호출하면 돼서 렌더링이 효율적입니다.
그리고 Beam Particles입니다. 번개나 레이저처럼 연속적인 띠 모양을 표현할 때 씁니다. 빔 인스턴스마다 여러 개의 쿼드를 연속으로 정의해서 형태를 만들고, 정점들은 공유 버퍼에 누적되어 한꺼번에 배치됩니다. 다만 빔과 리본은 한 파티클이 곧 중심선을 따라 이어진 정점들의 묶음(연결된 띠)이라서, 파티클 단위로 카메라 거리에 따라 순서를 바꾸면 정점 연결이 끊기거나 띠가 뒤집혀 형태 자체가 깨질 여지가 있어 정렬이 불가합니다.</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2FE494-A4E1-497D-A4A5-2A4FD081313D}" type="datetimeFigureOut">
              <a:rPr lang="ko-KR" altLang="en-US" smtClean="0"/>
              <a:t>2026-05-29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52B78-8B27-45CD-9BEA-3169AF450CA1}" type="slidenum">
              <a:rPr lang="ko-KR" altLang="en-US" smtClean="0"/>
              <a:t>‹#›</a:t>
            </a:fld>
            <a:endParaRPr lang="ko-KR" altLang="en-US"/>
          </a:p>
        </p:txBody>
      </p:sp>
    </p:spTree>
    <p:extLst>
      <p:ext uri="{BB962C8B-B14F-4D97-AF65-F5344CB8AC3E}">
        <p14:creationId xmlns:p14="http://schemas.microsoft.com/office/powerpoint/2010/main" val="96076096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84D842B-7CB8-D268-4B0C-DE5B33EA911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76808F90-60D2-3BBF-E53D-06017806BE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741B7AEE-B1F9-9C59-83B4-BB380650D065}"/>
              </a:ext>
            </a:extLst>
          </p:cNvPr>
          <p:cNvSpPr>
            <a:spLocks noGrp="1"/>
          </p:cNvSpPr>
          <p:nvPr>
            <p:ph type="dt" sz="half" idx="10"/>
          </p:nvPr>
        </p:nvSpPr>
        <p:spPr/>
        <p:txBody>
          <a:bodyPr/>
          <a:lstStyle/>
          <a:p>
            <a:fld id="{6BE15ABE-6D02-4454-9465-22F37F23B059}" type="datetimeFigureOut">
              <a:rPr lang="ko-KR" altLang="en-US" smtClean="0"/>
              <a:t>2026-05-29</a:t>
            </a:fld>
            <a:endParaRPr lang="ko-KR" altLang="en-US"/>
          </a:p>
        </p:txBody>
      </p:sp>
      <p:sp>
        <p:nvSpPr>
          <p:cNvPr id="5" name="바닥글 개체 틀 4">
            <a:extLst>
              <a:ext uri="{FF2B5EF4-FFF2-40B4-BE49-F238E27FC236}">
                <a16:creationId xmlns:a16="http://schemas.microsoft.com/office/drawing/2014/main" id="{F75769DA-5233-7B32-8BE1-C03815491B5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9EA6430-6906-59C5-6455-1B16C87CA1B5}"/>
              </a:ext>
            </a:extLst>
          </p:cNvPr>
          <p:cNvSpPr>
            <a:spLocks noGrp="1"/>
          </p:cNvSpPr>
          <p:nvPr>
            <p:ph type="sldNum" sz="quarter" idx="12"/>
          </p:nvPr>
        </p:nvSpPr>
        <p:spPr/>
        <p:txBody>
          <a:bodyPr/>
          <a:lstStyle/>
          <a:p>
            <a:fld id="{ADBEBD22-B1DC-4896-A832-FE605B1494F0}" type="slidenum">
              <a:rPr lang="ko-KR" altLang="en-US" smtClean="0"/>
              <a:t>‹#›</a:t>
            </a:fld>
            <a:endParaRPr lang="ko-KR" altLang="en-US"/>
          </a:p>
        </p:txBody>
      </p:sp>
    </p:spTree>
    <p:extLst>
      <p:ext uri="{BB962C8B-B14F-4D97-AF65-F5344CB8AC3E}">
        <p14:creationId xmlns:p14="http://schemas.microsoft.com/office/powerpoint/2010/main" val="2046074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F5E5324-C1A4-5500-7153-F1E81772376A}"/>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2227A08-2005-56FE-06B0-05694A74AEC0}"/>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4EC9271-6F6E-8EEE-BDD1-CB127301325D}"/>
              </a:ext>
            </a:extLst>
          </p:cNvPr>
          <p:cNvSpPr>
            <a:spLocks noGrp="1"/>
          </p:cNvSpPr>
          <p:nvPr>
            <p:ph type="dt" sz="half" idx="10"/>
          </p:nvPr>
        </p:nvSpPr>
        <p:spPr/>
        <p:txBody>
          <a:bodyPr/>
          <a:lstStyle/>
          <a:p>
            <a:fld id="{6BE15ABE-6D02-4454-9465-22F37F23B059}" type="datetimeFigureOut">
              <a:rPr lang="ko-KR" altLang="en-US" smtClean="0"/>
              <a:t>2026-05-29</a:t>
            </a:fld>
            <a:endParaRPr lang="ko-KR" altLang="en-US"/>
          </a:p>
        </p:txBody>
      </p:sp>
      <p:sp>
        <p:nvSpPr>
          <p:cNvPr id="5" name="바닥글 개체 틀 4">
            <a:extLst>
              <a:ext uri="{FF2B5EF4-FFF2-40B4-BE49-F238E27FC236}">
                <a16:creationId xmlns:a16="http://schemas.microsoft.com/office/drawing/2014/main" id="{CB470C04-6B91-0273-9B15-8E069F67C3B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94959E5-64D2-0B4B-15AD-E5552D27ECCE}"/>
              </a:ext>
            </a:extLst>
          </p:cNvPr>
          <p:cNvSpPr>
            <a:spLocks noGrp="1"/>
          </p:cNvSpPr>
          <p:nvPr>
            <p:ph type="sldNum" sz="quarter" idx="12"/>
          </p:nvPr>
        </p:nvSpPr>
        <p:spPr/>
        <p:txBody>
          <a:bodyPr/>
          <a:lstStyle/>
          <a:p>
            <a:fld id="{ADBEBD22-B1DC-4896-A832-FE605B1494F0}" type="slidenum">
              <a:rPr lang="ko-KR" altLang="en-US" smtClean="0"/>
              <a:t>‹#›</a:t>
            </a:fld>
            <a:endParaRPr lang="ko-KR" altLang="en-US"/>
          </a:p>
        </p:txBody>
      </p:sp>
    </p:spTree>
    <p:extLst>
      <p:ext uri="{BB962C8B-B14F-4D97-AF65-F5344CB8AC3E}">
        <p14:creationId xmlns:p14="http://schemas.microsoft.com/office/powerpoint/2010/main" val="560979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E01BA05-69F1-A48A-169C-A711F5E25BF8}"/>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E4E9924E-FF7C-5164-F233-9A593AA6B7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C8989B9-EA43-CC8E-0147-9D39B46BCEAA}"/>
              </a:ext>
            </a:extLst>
          </p:cNvPr>
          <p:cNvSpPr>
            <a:spLocks noGrp="1"/>
          </p:cNvSpPr>
          <p:nvPr>
            <p:ph type="dt" sz="half" idx="10"/>
          </p:nvPr>
        </p:nvSpPr>
        <p:spPr/>
        <p:txBody>
          <a:bodyPr/>
          <a:lstStyle/>
          <a:p>
            <a:fld id="{6BE15ABE-6D02-4454-9465-22F37F23B059}" type="datetimeFigureOut">
              <a:rPr lang="ko-KR" altLang="en-US" smtClean="0"/>
              <a:t>2026-05-29</a:t>
            </a:fld>
            <a:endParaRPr lang="ko-KR" altLang="en-US"/>
          </a:p>
        </p:txBody>
      </p:sp>
      <p:sp>
        <p:nvSpPr>
          <p:cNvPr id="5" name="바닥글 개체 틀 4">
            <a:extLst>
              <a:ext uri="{FF2B5EF4-FFF2-40B4-BE49-F238E27FC236}">
                <a16:creationId xmlns:a16="http://schemas.microsoft.com/office/drawing/2014/main" id="{09D19B67-65A7-50C4-CEEA-873961A5E17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882878B-5CA8-37A1-AB3F-94B2C4B002FF}"/>
              </a:ext>
            </a:extLst>
          </p:cNvPr>
          <p:cNvSpPr>
            <a:spLocks noGrp="1"/>
          </p:cNvSpPr>
          <p:nvPr>
            <p:ph type="sldNum" sz="quarter" idx="12"/>
          </p:nvPr>
        </p:nvSpPr>
        <p:spPr/>
        <p:txBody>
          <a:bodyPr/>
          <a:lstStyle/>
          <a:p>
            <a:fld id="{ADBEBD22-B1DC-4896-A832-FE605B1494F0}" type="slidenum">
              <a:rPr lang="ko-KR" altLang="en-US" smtClean="0"/>
              <a:t>‹#›</a:t>
            </a:fld>
            <a:endParaRPr lang="ko-KR" altLang="en-US"/>
          </a:p>
        </p:txBody>
      </p:sp>
    </p:spTree>
    <p:extLst>
      <p:ext uri="{BB962C8B-B14F-4D97-AF65-F5344CB8AC3E}">
        <p14:creationId xmlns:p14="http://schemas.microsoft.com/office/powerpoint/2010/main" val="4249444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66C0E1-ECA1-65C0-0BA7-C07E0CEB0FB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71B3EDE-9B02-2128-2F54-74EE284E4E8D}"/>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AF84EF92-8DE4-F439-2F02-51C0F2342A53}"/>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62196B1E-A362-2D87-782E-FF56C13A5A91}"/>
              </a:ext>
            </a:extLst>
          </p:cNvPr>
          <p:cNvSpPr>
            <a:spLocks noGrp="1"/>
          </p:cNvSpPr>
          <p:nvPr>
            <p:ph type="dt" sz="half" idx="10"/>
          </p:nvPr>
        </p:nvSpPr>
        <p:spPr/>
        <p:txBody>
          <a:bodyPr/>
          <a:lstStyle/>
          <a:p>
            <a:fld id="{6BE15ABE-6D02-4454-9465-22F37F23B059}" type="datetimeFigureOut">
              <a:rPr lang="ko-KR" altLang="en-US" smtClean="0"/>
              <a:t>2026-05-29</a:t>
            </a:fld>
            <a:endParaRPr lang="ko-KR" altLang="en-US"/>
          </a:p>
        </p:txBody>
      </p:sp>
      <p:sp>
        <p:nvSpPr>
          <p:cNvPr id="6" name="바닥글 개체 틀 5">
            <a:extLst>
              <a:ext uri="{FF2B5EF4-FFF2-40B4-BE49-F238E27FC236}">
                <a16:creationId xmlns:a16="http://schemas.microsoft.com/office/drawing/2014/main" id="{76E9829F-CFE4-3FE7-64EE-B8FFA3C0ED0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943340B-9A06-CE61-B949-52E11B63984E}"/>
              </a:ext>
            </a:extLst>
          </p:cNvPr>
          <p:cNvSpPr>
            <a:spLocks noGrp="1"/>
          </p:cNvSpPr>
          <p:nvPr>
            <p:ph type="sldNum" sz="quarter" idx="12"/>
          </p:nvPr>
        </p:nvSpPr>
        <p:spPr/>
        <p:txBody>
          <a:bodyPr/>
          <a:lstStyle/>
          <a:p>
            <a:fld id="{ADBEBD22-B1DC-4896-A832-FE605B1494F0}" type="slidenum">
              <a:rPr lang="ko-KR" altLang="en-US" smtClean="0"/>
              <a:t>‹#›</a:t>
            </a:fld>
            <a:endParaRPr lang="ko-KR" altLang="en-US"/>
          </a:p>
        </p:txBody>
      </p:sp>
    </p:spTree>
    <p:extLst>
      <p:ext uri="{BB962C8B-B14F-4D97-AF65-F5344CB8AC3E}">
        <p14:creationId xmlns:p14="http://schemas.microsoft.com/office/powerpoint/2010/main" val="152288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A9CD376-3DFE-31CB-4B26-3E7562523F3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904D9DD5-BB97-A37B-C738-4002924BDC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FEBFF424-CFA1-5AD8-4863-58905D8A0D64}"/>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41FFD534-CDD9-F838-AC13-EF112CC95C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DACA932E-2757-E0E2-97BF-32C6C107B939}"/>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29C6FF68-4F14-A6AC-E339-CD000191603C}"/>
              </a:ext>
            </a:extLst>
          </p:cNvPr>
          <p:cNvSpPr>
            <a:spLocks noGrp="1"/>
          </p:cNvSpPr>
          <p:nvPr>
            <p:ph type="dt" sz="half" idx="10"/>
          </p:nvPr>
        </p:nvSpPr>
        <p:spPr/>
        <p:txBody>
          <a:bodyPr/>
          <a:lstStyle/>
          <a:p>
            <a:fld id="{6BE15ABE-6D02-4454-9465-22F37F23B059}" type="datetimeFigureOut">
              <a:rPr lang="ko-KR" altLang="en-US" smtClean="0"/>
              <a:t>2026-05-29</a:t>
            </a:fld>
            <a:endParaRPr lang="ko-KR" altLang="en-US"/>
          </a:p>
        </p:txBody>
      </p:sp>
      <p:sp>
        <p:nvSpPr>
          <p:cNvPr id="8" name="바닥글 개체 틀 7">
            <a:extLst>
              <a:ext uri="{FF2B5EF4-FFF2-40B4-BE49-F238E27FC236}">
                <a16:creationId xmlns:a16="http://schemas.microsoft.com/office/drawing/2014/main" id="{BF1AD306-DFE3-1875-F83B-F8466C3C5C25}"/>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8CAC09A8-597B-B5E7-D440-116206F375BC}"/>
              </a:ext>
            </a:extLst>
          </p:cNvPr>
          <p:cNvSpPr>
            <a:spLocks noGrp="1"/>
          </p:cNvSpPr>
          <p:nvPr>
            <p:ph type="sldNum" sz="quarter" idx="12"/>
          </p:nvPr>
        </p:nvSpPr>
        <p:spPr/>
        <p:txBody>
          <a:bodyPr/>
          <a:lstStyle/>
          <a:p>
            <a:fld id="{ADBEBD22-B1DC-4896-A832-FE605B1494F0}" type="slidenum">
              <a:rPr lang="ko-KR" altLang="en-US" smtClean="0"/>
              <a:t>‹#›</a:t>
            </a:fld>
            <a:endParaRPr lang="ko-KR" altLang="en-US"/>
          </a:p>
        </p:txBody>
      </p:sp>
    </p:spTree>
    <p:extLst>
      <p:ext uri="{BB962C8B-B14F-4D97-AF65-F5344CB8AC3E}">
        <p14:creationId xmlns:p14="http://schemas.microsoft.com/office/powerpoint/2010/main" val="1541544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F0D51E-719B-5CC5-F617-A11567B0306E}"/>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2389758-A554-9A00-6699-A317C9C91703}"/>
              </a:ext>
            </a:extLst>
          </p:cNvPr>
          <p:cNvSpPr>
            <a:spLocks noGrp="1"/>
          </p:cNvSpPr>
          <p:nvPr>
            <p:ph type="dt" sz="half" idx="10"/>
          </p:nvPr>
        </p:nvSpPr>
        <p:spPr/>
        <p:txBody>
          <a:bodyPr/>
          <a:lstStyle/>
          <a:p>
            <a:fld id="{6BE15ABE-6D02-4454-9465-22F37F23B059}" type="datetimeFigureOut">
              <a:rPr lang="ko-KR" altLang="en-US" smtClean="0"/>
              <a:t>2026-05-29</a:t>
            </a:fld>
            <a:endParaRPr lang="ko-KR" altLang="en-US"/>
          </a:p>
        </p:txBody>
      </p:sp>
      <p:sp>
        <p:nvSpPr>
          <p:cNvPr id="4" name="바닥글 개체 틀 3">
            <a:extLst>
              <a:ext uri="{FF2B5EF4-FFF2-40B4-BE49-F238E27FC236}">
                <a16:creationId xmlns:a16="http://schemas.microsoft.com/office/drawing/2014/main" id="{12949D24-925D-4352-45DC-9180DC38A452}"/>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A390151-FF13-26B1-4773-05EAA2ED3EA5}"/>
              </a:ext>
            </a:extLst>
          </p:cNvPr>
          <p:cNvSpPr>
            <a:spLocks noGrp="1"/>
          </p:cNvSpPr>
          <p:nvPr>
            <p:ph type="sldNum" sz="quarter" idx="12"/>
          </p:nvPr>
        </p:nvSpPr>
        <p:spPr/>
        <p:txBody>
          <a:bodyPr/>
          <a:lstStyle/>
          <a:p>
            <a:fld id="{ADBEBD22-B1DC-4896-A832-FE605B1494F0}" type="slidenum">
              <a:rPr lang="ko-KR" altLang="en-US" smtClean="0"/>
              <a:t>‹#›</a:t>
            </a:fld>
            <a:endParaRPr lang="ko-KR" altLang="en-US"/>
          </a:p>
        </p:txBody>
      </p:sp>
    </p:spTree>
    <p:extLst>
      <p:ext uri="{BB962C8B-B14F-4D97-AF65-F5344CB8AC3E}">
        <p14:creationId xmlns:p14="http://schemas.microsoft.com/office/powerpoint/2010/main" val="2322468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F2AC3DDE-93DB-C5D1-8C58-2DA499BA008F}"/>
              </a:ext>
            </a:extLst>
          </p:cNvPr>
          <p:cNvSpPr>
            <a:spLocks noGrp="1"/>
          </p:cNvSpPr>
          <p:nvPr>
            <p:ph type="dt" sz="half" idx="10"/>
          </p:nvPr>
        </p:nvSpPr>
        <p:spPr/>
        <p:txBody>
          <a:bodyPr/>
          <a:lstStyle/>
          <a:p>
            <a:fld id="{6BE15ABE-6D02-4454-9465-22F37F23B059}" type="datetimeFigureOut">
              <a:rPr lang="ko-KR" altLang="en-US" smtClean="0"/>
              <a:t>2026-05-29</a:t>
            </a:fld>
            <a:endParaRPr lang="ko-KR" altLang="en-US"/>
          </a:p>
        </p:txBody>
      </p:sp>
      <p:sp>
        <p:nvSpPr>
          <p:cNvPr id="3" name="바닥글 개체 틀 2">
            <a:extLst>
              <a:ext uri="{FF2B5EF4-FFF2-40B4-BE49-F238E27FC236}">
                <a16:creationId xmlns:a16="http://schemas.microsoft.com/office/drawing/2014/main" id="{C4E4D13B-E40B-F76D-6B48-C99C9AE3A6DC}"/>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4593BFE-1F29-8A29-D4A2-43FF8AC21457}"/>
              </a:ext>
            </a:extLst>
          </p:cNvPr>
          <p:cNvSpPr>
            <a:spLocks noGrp="1"/>
          </p:cNvSpPr>
          <p:nvPr>
            <p:ph type="sldNum" sz="quarter" idx="12"/>
          </p:nvPr>
        </p:nvSpPr>
        <p:spPr/>
        <p:txBody>
          <a:bodyPr/>
          <a:lstStyle/>
          <a:p>
            <a:fld id="{ADBEBD22-B1DC-4896-A832-FE605B1494F0}" type="slidenum">
              <a:rPr lang="ko-KR" altLang="en-US" smtClean="0"/>
              <a:t>‹#›</a:t>
            </a:fld>
            <a:endParaRPr lang="ko-KR" altLang="en-US"/>
          </a:p>
        </p:txBody>
      </p:sp>
    </p:spTree>
    <p:extLst>
      <p:ext uri="{BB962C8B-B14F-4D97-AF65-F5344CB8AC3E}">
        <p14:creationId xmlns:p14="http://schemas.microsoft.com/office/powerpoint/2010/main" val="3515998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4A5A858-2F6B-51E6-7215-13147EC5602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17FED4E-2D25-4AFB-404B-89F4958E6E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06A2AD12-92B4-50F1-A498-52B6C2103A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426C6177-C0BB-34A1-C8F0-B9EA971E6409}"/>
              </a:ext>
            </a:extLst>
          </p:cNvPr>
          <p:cNvSpPr>
            <a:spLocks noGrp="1"/>
          </p:cNvSpPr>
          <p:nvPr>
            <p:ph type="dt" sz="half" idx="10"/>
          </p:nvPr>
        </p:nvSpPr>
        <p:spPr/>
        <p:txBody>
          <a:bodyPr/>
          <a:lstStyle/>
          <a:p>
            <a:fld id="{6BE15ABE-6D02-4454-9465-22F37F23B059}" type="datetimeFigureOut">
              <a:rPr lang="ko-KR" altLang="en-US" smtClean="0"/>
              <a:t>2026-05-29</a:t>
            </a:fld>
            <a:endParaRPr lang="ko-KR" altLang="en-US"/>
          </a:p>
        </p:txBody>
      </p:sp>
      <p:sp>
        <p:nvSpPr>
          <p:cNvPr id="6" name="바닥글 개체 틀 5">
            <a:extLst>
              <a:ext uri="{FF2B5EF4-FFF2-40B4-BE49-F238E27FC236}">
                <a16:creationId xmlns:a16="http://schemas.microsoft.com/office/drawing/2014/main" id="{E68C5AFA-0CCF-6BE8-9EF0-A91E8D6355E1}"/>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5AAFEB5-4E51-E087-B059-B794BC804B0D}"/>
              </a:ext>
            </a:extLst>
          </p:cNvPr>
          <p:cNvSpPr>
            <a:spLocks noGrp="1"/>
          </p:cNvSpPr>
          <p:nvPr>
            <p:ph type="sldNum" sz="quarter" idx="12"/>
          </p:nvPr>
        </p:nvSpPr>
        <p:spPr/>
        <p:txBody>
          <a:bodyPr/>
          <a:lstStyle/>
          <a:p>
            <a:fld id="{ADBEBD22-B1DC-4896-A832-FE605B1494F0}" type="slidenum">
              <a:rPr lang="ko-KR" altLang="en-US" smtClean="0"/>
              <a:t>‹#›</a:t>
            </a:fld>
            <a:endParaRPr lang="ko-KR" altLang="en-US"/>
          </a:p>
        </p:txBody>
      </p:sp>
    </p:spTree>
    <p:extLst>
      <p:ext uri="{BB962C8B-B14F-4D97-AF65-F5344CB8AC3E}">
        <p14:creationId xmlns:p14="http://schemas.microsoft.com/office/powerpoint/2010/main" val="978264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FD7CFC8-1F12-9C93-B83A-B5F8403CF7A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A2C25363-E2B2-36FF-9E71-ADDA63ADE5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3D88718-E223-3221-3023-3632D76DAE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F3EA443-51C5-0DEA-2B14-CEF625F55C1D}"/>
              </a:ext>
            </a:extLst>
          </p:cNvPr>
          <p:cNvSpPr>
            <a:spLocks noGrp="1"/>
          </p:cNvSpPr>
          <p:nvPr>
            <p:ph type="dt" sz="half" idx="10"/>
          </p:nvPr>
        </p:nvSpPr>
        <p:spPr/>
        <p:txBody>
          <a:bodyPr/>
          <a:lstStyle/>
          <a:p>
            <a:fld id="{6BE15ABE-6D02-4454-9465-22F37F23B059}" type="datetimeFigureOut">
              <a:rPr lang="ko-KR" altLang="en-US" smtClean="0"/>
              <a:t>2026-05-29</a:t>
            </a:fld>
            <a:endParaRPr lang="ko-KR" altLang="en-US"/>
          </a:p>
        </p:txBody>
      </p:sp>
      <p:sp>
        <p:nvSpPr>
          <p:cNvPr id="6" name="바닥글 개체 틀 5">
            <a:extLst>
              <a:ext uri="{FF2B5EF4-FFF2-40B4-BE49-F238E27FC236}">
                <a16:creationId xmlns:a16="http://schemas.microsoft.com/office/drawing/2014/main" id="{14787C82-1629-B475-E101-8B73425524F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A498502-17E8-ECF8-D848-EF1ADCB3CD3D}"/>
              </a:ext>
            </a:extLst>
          </p:cNvPr>
          <p:cNvSpPr>
            <a:spLocks noGrp="1"/>
          </p:cNvSpPr>
          <p:nvPr>
            <p:ph type="sldNum" sz="quarter" idx="12"/>
          </p:nvPr>
        </p:nvSpPr>
        <p:spPr/>
        <p:txBody>
          <a:bodyPr/>
          <a:lstStyle/>
          <a:p>
            <a:fld id="{ADBEBD22-B1DC-4896-A832-FE605B1494F0}" type="slidenum">
              <a:rPr lang="ko-KR" altLang="en-US" smtClean="0"/>
              <a:t>‹#›</a:t>
            </a:fld>
            <a:endParaRPr lang="ko-KR" altLang="en-US"/>
          </a:p>
        </p:txBody>
      </p:sp>
    </p:spTree>
    <p:extLst>
      <p:ext uri="{BB962C8B-B14F-4D97-AF65-F5344CB8AC3E}">
        <p14:creationId xmlns:p14="http://schemas.microsoft.com/office/powerpoint/2010/main" val="679876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B2BB54-8231-7025-461E-64E756007F73}"/>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53BD2B4B-6E67-B7DD-A6BA-F00832FA95A8}"/>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412830D-3E09-F20B-1E34-5A54A0C92B19}"/>
              </a:ext>
            </a:extLst>
          </p:cNvPr>
          <p:cNvSpPr>
            <a:spLocks noGrp="1"/>
          </p:cNvSpPr>
          <p:nvPr>
            <p:ph type="dt" sz="half" idx="10"/>
          </p:nvPr>
        </p:nvSpPr>
        <p:spPr/>
        <p:txBody>
          <a:bodyPr/>
          <a:lstStyle/>
          <a:p>
            <a:fld id="{6BE15ABE-6D02-4454-9465-22F37F23B059}" type="datetimeFigureOut">
              <a:rPr lang="ko-KR" altLang="en-US" smtClean="0"/>
              <a:t>2026-05-29</a:t>
            </a:fld>
            <a:endParaRPr lang="ko-KR" altLang="en-US"/>
          </a:p>
        </p:txBody>
      </p:sp>
      <p:sp>
        <p:nvSpPr>
          <p:cNvPr id="5" name="바닥글 개체 틀 4">
            <a:extLst>
              <a:ext uri="{FF2B5EF4-FFF2-40B4-BE49-F238E27FC236}">
                <a16:creationId xmlns:a16="http://schemas.microsoft.com/office/drawing/2014/main" id="{2CB9AB58-E3E8-07FC-E8B6-0565D36A689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A51E636-5F6B-8BFB-39A8-93948CA4014E}"/>
              </a:ext>
            </a:extLst>
          </p:cNvPr>
          <p:cNvSpPr>
            <a:spLocks noGrp="1"/>
          </p:cNvSpPr>
          <p:nvPr>
            <p:ph type="sldNum" sz="quarter" idx="12"/>
          </p:nvPr>
        </p:nvSpPr>
        <p:spPr/>
        <p:txBody>
          <a:bodyPr/>
          <a:lstStyle/>
          <a:p>
            <a:fld id="{ADBEBD22-B1DC-4896-A832-FE605B1494F0}" type="slidenum">
              <a:rPr lang="ko-KR" altLang="en-US" smtClean="0"/>
              <a:t>‹#›</a:t>
            </a:fld>
            <a:endParaRPr lang="ko-KR" altLang="en-US"/>
          </a:p>
        </p:txBody>
      </p:sp>
    </p:spTree>
    <p:extLst>
      <p:ext uri="{BB962C8B-B14F-4D97-AF65-F5344CB8AC3E}">
        <p14:creationId xmlns:p14="http://schemas.microsoft.com/office/powerpoint/2010/main" val="2073287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50BF6D1F-6161-8225-851A-946DEAB5C96E}"/>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B80AA8A2-4099-7F35-F647-189C13541853}"/>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130FCE3-070A-A89D-E3CC-E885CD17249A}"/>
              </a:ext>
            </a:extLst>
          </p:cNvPr>
          <p:cNvSpPr>
            <a:spLocks noGrp="1"/>
          </p:cNvSpPr>
          <p:nvPr>
            <p:ph type="dt" sz="half" idx="10"/>
          </p:nvPr>
        </p:nvSpPr>
        <p:spPr/>
        <p:txBody>
          <a:bodyPr/>
          <a:lstStyle/>
          <a:p>
            <a:fld id="{6BE15ABE-6D02-4454-9465-22F37F23B059}" type="datetimeFigureOut">
              <a:rPr lang="ko-KR" altLang="en-US" smtClean="0"/>
              <a:t>2026-05-29</a:t>
            </a:fld>
            <a:endParaRPr lang="ko-KR" altLang="en-US"/>
          </a:p>
        </p:txBody>
      </p:sp>
      <p:sp>
        <p:nvSpPr>
          <p:cNvPr id="5" name="바닥글 개체 틀 4">
            <a:extLst>
              <a:ext uri="{FF2B5EF4-FFF2-40B4-BE49-F238E27FC236}">
                <a16:creationId xmlns:a16="http://schemas.microsoft.com/office/drawing/2014/main" id="{40EA332C-002D-08FD-DB53-F7403A5C5DB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7ABCBE7-EF76-8F6B-B666-D4F1505DCF67}"/>
              </a:ext>
            </a:extLst>
          </p:cNvPr>
          <p:cNvSpPr>
            <a:spLocks noGrp="1"/>
          </p:cNvSpPr>
          <p:nvPr>
            <p:ph type="sldNum" sz="quarter" idx="12"/>
          </p:nvPr>
        </p:nvSpPr>
        <p:spPr/>
        <p:txBody>
          <a:bodyPr/>
          <a:lstStyle/>
          <a:p>
            <a:fld id="{ADBEBD22-B1DC-4896-A832-FE605B1494F0}" type="slidenum">
              <a:rPr lang="ko-KR" altLang="en-US" smtClean="0"/>
              <a:t>‹#›</a:t>
            </a:fld>
            <a:endParaRPr lang="ko-KR" altLang="en-US"/>
          </a:p>
        </p:txBody>
      </p:sp>
    </p:spTree>
    <p:extLst>
      <p:ext uri="{BB962C8B-B14F-4D97-AF65-F5344CB8AC3E}">
        <p14:creationId xmlns:p14="http://schemas.microsoft.com/office/powerpoint/2010/main" val="2478216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1527"/>
        </a:solidFill>
        <a:effectLst/>
      </p:bgPr>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4F9A032-490B-C04B-0329-9D21129CB3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852CAB49-FB75-AD59-0E33-BBB5E40673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8E8A6A8-9FE5-F253-42F3-EDCBE4ECD1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C8AA6E"/>
                </a:solidFill>
                <a:latin typeface="Georgia Pro" panose="02040502050405020303" pitchFamily="18" charset="0"/>
                <a:ea typeface="Noto Sans KR Light" panose="020B0200000000000000" pitchFamily="50" charset="-127"/>
              </a:defRPr>
            </a:lvl1pPr>
          </a:lstStyle>
          <a:p>
            <a:fld id="{6BE15ABE-6D02-4454-9465-22F37F23B059}" type="datetimeFigureOut">
              <a:rPr lang="ko-KR" altLang="en-US" smtClean="0"/>
              <a:pPr/>
              <a:t>2026-05-29</a:t>
            </a:fld>
            <a:endParaRPr lang="ko-KR" altLang="en-US"/>
          </a:p>
        </p:txBody>
      </p:sp>
      <p:sp>
        <p:nvSpPr>
          <p:cNvPr id="5" name="바닥글 개체 틀 4">
            <a:extLst>
              <a:ext uri="{FF2B5EF4-FFF2-40B4-BE49-F238E27FC236}">
                <a16:creationId xmlns:a16="http://schemas.microsoft.com/office/drawing/2014/main" id="{E4CCDDA1-9896-3CB3-27D4-0A902A90E9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C8AA6E"/>
                </a:solidFill>
                <a:latin typeface="Georgia Pro" panose="02040502050405020303" pitchFamily="18" charset="0"/>
                <a:ea typeface="Noto Sans KR Light" panose="020B0200000000000000" pitchFamily="50" charset="-127"/>
              </a:defRPr>
            </a:lvl1pPr>
          </a:lstStyle>
          <a:p>
            <a:endParaRPr lang="ko-KR" altLang="en-US"/>
          </a:p>
        </p:txBody>
      </p:sp>
      <p:sp>
        <p:nvSpPr>
          <p:cNvPr id="6" name="슬라이드 번호 개체 틀 5">
            <a:extLst>
              <a:ext uri="{FF2B5EF4-FFF2-40B4-BE49-F238E27FC236}">
                <a16:creationId xmlns:a16="http://schemas.microsoft.com/office/drawing/2014/main" id="{90CA716E-6813-04E6-D05A-4A45A11070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C8AA6E"/>
                </a:solidFill>
                <a:latin typeface="Georgia Pro" panose="02040502050405020303" pitchFamily="18" charset="0"/>
                <a:ea typeface="Noto Sans KR Light" panose="020B0200000000000000" pitchFamily="50" charset="-127"/>
              </a:defRPr>
            </a:lvl1pPr>
          </a:lstStyle>
          <a:p>
            <a:fld id="{ADBEBD22-B1DC-4896-A832-FE605B1494F0}" type="slidenum">
              <a:rPr lang="ko-KR" altLang="en-US" smtClean="0"/>
              <a:pPr/>
              <a:t>‹#›</a:t>
            </a:fld>
            <a:endParaRPr lang="ko-KR" altLang="en-US"/>
          </a:p>
        </p:txBody>
      </p:sp>
    </p:spTree>
    <p:extLst>
      <p:ext uri="{BB962C8B-B14F-4D97-AF65-F5344CB8AC3E}">
        <p14:creationId xmlns:p14="http://schemas.microsoft.com/office/powerpoint/2010/main" val="2582382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Noto Sans KR Light" panose="020B0200000000000000"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Noto Sans KR Light" panose="020B0200000000000000" pitchFamily="50"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Noto Sans KR Light" panose="020B0200000000000000" pitchFamily="50"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Noto Sans KR Light" panose="020B0200000000000000" pitchFamily="50"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Noto Sans KR Light" panose="020B0200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05_B1FBE12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8/10/relationships/comments" Target="../comments/modernComment_108_7D063F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gif"/><Relationship Id="rId2" Type="http://schemas.microsoft.com/office/2018/10/relationships/comments" Target="../comments/modernComment_112_81CC2F82.xml"/><Relationship Id="rId1" Type="http://schemas.openxmlformats.org/officeDocument/2006/relationships/slideLayout" Target="../slideLayouts/slideLayout2.xml"/><Relationship Id="rId6" Type="http://schemas.openxmlformats.org/officeDocument/2006/relationships/image" Target="../media/image15.gif"/><Relationship Id="rId5" Type="http://schemas.openxmlformats.org/officeDocument/2006/relationships/image" Target="../media/image14.gif"/><Relationship Id="rId4" Type="http://schemas.openxmlformats.org/officeDocument/2006/relationships/image" Target="../media/image13.gif"/></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그림 25">
            <a:extLst>
              <a:ext uri="{FF2B5EF4-FFF2-40B4-BE49-F238E27FC236}">
                <a16:creationId xmlns:a16="http://schemas.microsoft.com/office/drawing/2014/main" id="{DF37DD1C-B12D-4739-6AAD-986333B42750}"/>
              </a:ext>
            </a:extLst>
          </p:cNvPr>
          <p:cNvPicPr>
            <a:picLocks noChangeAspect="1"/>
          </p:cNvPicPr>
          <p:nvPr/>
        </p:nvPicPr>
        <p:blipFill>
          <a:blip r:embed="rId2">
            <a:extLst>
              <a:ext uri="{28A0092B-C50C-407E-A947-70E740481C1C}">
                <a14:useLocalDpi xmlns:a14="http://schemas.microsoft.com/office/drawing/2010/main" val="0"/>
              </a:ext>
            </a:extLst>
          </a:blip>
          <a:srcRect t="24872" b="128"/>
          <a:stretch>
            <a:fillRect/>
          </a:stretch>
        </p:blipFill>
        <p:spPr>
          <a:xfrm>
            <a:off x="-3047" y="10"/>
            <a:ext cx="12191999" cy="6857990"/>
          </a:xfrm>
          <a:prstGeom prst="rect">
            <a:avLst/>
          </a:prstGeom>
        </p:spPr>
      </p:pic>
      <p:sp>
        <p:nvSpPr>
          <p:cNvPr id="33" name="Rectangle 32">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B888942F-858A-121E-3F49-7DB78ED9E764}"/>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altLang="ko-KR" sz="5200"/>
              <a:t>Particles</a:t>
            </a:r>
            <a:endParaRPr lang="ko-KR" altLang="en-US" sz="5200"/>
          </a:p>
        </p:txBody>
      </p:sp>
      <p:sp>
        <p:nvSpPr>
          <p:cNvPr id="3" name="부제목 2">
            <a:extLst>
              <a:ext uri="{FF2B5EF4-FFF2-40B4-BE49-F238E27FC236}">
                <a16:creationId xmlns:a16="http://schemas.microsoft.com/office/drawing/2014/main" id="{553061A2-2982-4B47-81D4-543E7ACD0540}"/>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vert="horz" lIns="91440" tIns="45720" rIns="91440" bIns="45720" rtlCol="0" anchor="t">
            <a:normAutofit/>
          </a:bodyPr>
          <a:lstStyle/>
          <a:p>
            <a:r>
              <a:rPr lang="en-US" altLang="ko-KR"/>
              <a:t>Team 2</a:t>
            </a:r>
          </a:p>
          <a:p>
            <a:r>
              <a:rPr lang="en-US" altLang="ko-KR" err="1">
                <a:latin typeface="Georgia Pro"/>
                <a:ea typeface="Noto Sans KR Light"/>
              </a:rPr>
              <a:t>김기훈</a:t>
            </a:r>
            <a:r>
              <a:rPr lang="en-US" altLang="ko-KR">
                <a:latin typeface="Georgia Pro"/>
                <a:ea typeface="Noto Sans KR Light"/>
              </a:rPr>
              <a:t> </a:t>
            </a:r>
            <a:r>
              <a:rPr lang="en-US" altLang="ko-KR" err="1">
                <a:latin typeface="Georgia Pro"/>
                <a:ea typeface="Noto Sans KR Light"/>
              </a:rPr>
              <a:t>김형준</a:t>
            </a:r>
            <a:r>
              <a:rPr lang="en-US" altLang="ko-KR">
                <a:latin typeface="Georgia Pro"/>
                <a:ea typeface="Noto Sans KR Light"/>
              </a:rPr>
              <a:t> </a:t>
            </a:r>
            <a:r>
              <a:rPr lang="en-US" altLang="ko-KR" err="1">
                <a:latin typeface="Georgia Pro"/>
                <a:ea typeface="Noto Sans KR Light"/>
              </a:rPr>
              <a:t>김효범</a:t>
            </a:r>
            <a:r>
              <a:rPr lang="en-US" altLang="ko-KR">
                <a:latin typeface="Georgia Pro"/>
                <a:ea typeface="Noto Sans KR Light"/>
              </a:rPr>
              <a:t> </a:t>
            </a:r>
            <a:r>
              <a:rPr lang="en-US" altLang="ko-KR" err="1">
                <a:latin typeface="Georgia Pro"/>
                <a:ea typeface="Noto Sans KR Light"/>
              </a:rPr>
              <a:t>이호진</a:t>
            </a:r>
            <a:endParaRPr lang="en-US" altLang="ko-KR" err="1"/>
          </a:p>
        </p:txBody>
      </p:sp>
    </p:spTree>
    <p:extLst>
      <p:ext uri="{BB962C8B-B14F-4D97-AF65-F5344CB8AC3E}">
        <p14:creationId xmlns:p14="http://schemas.microsoft.com/office/powerpoint/2010/main" val="150187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3630BBA-BC89-FDF1-4CEC-320938B4D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4299" b="1595"/>
          <a:stretch>
            <a:fillRect/>
          </a:stretch>
        </p:blipFill>
        <p:spPr bwMode="auto">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3" name="내용 개체 틀 2">
            <a:extLst>
              <a:ext uri="{FF2B5EF4-FFF2-40B4-BE49-F238E27FC236}">
                <a16:creationId xmlns:a16="http://schemas.microsoft.com/office/drawing/2014/main" id="{00D6E519-7915-0BC2-D5D6-41CFE824AEB9}"/>
              </a:ext>
            </a:extLst>
          </p:cNvPr>
          <p:cNvSpPr>
            <a:spLocks noGrp="1"/>
          </p:cNvSpPr>
          <p:nvPr>
            <p:ph idx="1"/>
          </p:nvPr>
        </p:nvSpPr>
        <p:spPr>
          <a:xfrm>
            <a:off x="4223982" y="3752850"/>
            <a:ext cx="7485413" cy="2452687"/>
          </a:xfrm>
        </p:spPr>
        <p:txBody>
          <a:bodyPr vert="horz" lIns="91440" tIns="45720" rIns="91440" bIns="45720" rtlCol="0" anchor="ctr">
            <a:normAutofit/>
          </a:bodyPr>
          <a:lstStyle/>
          <a:p>
            <a:pPr marL="514350" indent="-514350">
              <a:buAutoNum type="arabicPeriod"/>
            </a:pPr>
            <a:r>
              <a:rPr lang="en-US" altLang="ko-KR" sz="1500"/>
              <a:t>Overview</a:t>
            </a:r>
          </a:p>
          <a:p>
            <a:pPr marL="514350" indent="-514350">
              <a:buAutoNum type="arabicPeriod"/>
            </a:pPr>
            <a:r>
              <a:rPr lang="en-US" altLang="ko-KR" sz="1500"/>
              <a:t>Particle System</a:t>
            </a:r>
          </a:p>
          <a:p>
            <a:pPr marL="514350" indent="-514350">
              <a:buAutoNum type="arabicPeriod"/>
            </a:pPr>
            <a:r>
              <a:rPr lang="en-US" altLang="ko-KR" sz="1500">
                <a:latin typeface="Georgia Pro"/>
                <a:ea typeface="HY중고딕"/>
              </a:rPr>
              <a:t>Translucency</a:t>
            </a:r>
          </a:p>
          <a:p>
            <a:pPr marL="514350" indent="-514350">
              <a:buAutoNum type="arabicPeriod"/>
            </a:pPr>
            <a:r>
              <a:rPr lang="en-US" altLang="ko-KR" sz="1500">
                <a:latin typeface="Georgia Pro"/>
                <a:ea typeface="HY중고딕"/>
              </a:rPr>
              <a:t>Emitter Types</a:t>
            </a:r>
          </a:p>
          <a:p>
            <a:pPr marL="514350" indent="-514350">
              <a:buAutoNum type="arabicPeriod"/>
            </a:pPr>
            <a:r>
              <a:rPr lang="en-US" altLang="ko-KR" sz="1500">
                <a:latin typeface="Georgia Pro"/>
                <a:ea typeface="Noto Sans KR Light"/>
              </a:rPr>
              <a:t>Symbol Server​</a:t>
            </a:r>
            <a:endParaRPr lang="en-US" altLang="ko-KR" sz="1500"/>
          </a:p>
        </p:txBody>
      </p:sp>
      <p:sp>
        <p:nvSpPr>
          <p:cNvPr id="2" name="제목 1">
            <a:extLst>
              <a:ext uri="{FF2B5EF4-FFF2-40B4-BE49-F238E27FC236}">
                <a16:creationId xmlns:a16="http://schemas.microsoft.com/office/drawing/2014/main" id="{3411EA4C-C2BA-4099-3537-2EBE7416D58F}"/>
              </a:ext>
            </a:extLst>
          </p:cNvPr>
          <p:cNvSpPr>
            <a:spLocks noGrp="1"/>
          </p:cNvSpPr>
          <p:nvPr>
            <p:ph type="title"/>
          </p:nvPr>
        </p:nvSpPr>
        <p:spPr>
          <a:xfrm>
            <a:off x="481013" y="3752849"/>
            <a:ext cx="3290887" cy="2452687"/>
          </a:xfrm>
        </p:spPr>
        <p:txBody>
          <a:bodyPr anchor="ctr">
            <a:normAutofit/>
          </a:bodyPr>
          <a:lstStyle/>
          <a:p>
            <a:r>
              <a:rPr lang="en-US" altLang="ko-KR" sz="3600"/>
              <a:t>Content</a:t>
            </a:r>
            <a:endParaRPr lang="ko-KR" altLang="en-US" sz="3600"/>
          </a:p>
        </p:txBody>
      </p:sp>
    </p:spTree>
    <p:extLst>
      <p:ext uri="{BB962C8B-B14F-4D97-AF65-F5344CB8AC3E}">
        <p14:creationId xmlns:p14="http://schemas.microsoft.com/office/powerpoint/2010/main" val="2864650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527"/>
        </a:solidFill>
        <a:effectLst/>
      </p:bgPr>
    </p:bg>
    <p:spTree>
      <p:nvGrpSpPr>
        <p:cNvPr id="1" name="">
          <a:extLst>
            <a:ext uri="{FF2B5EF4-FFF2-40B4-BE49-F238E27FC236}">
              <a16:creationId xmlns:a16="http://schemas.microsoft.com/office/drawing/2014/main" id="{4DFD3AF5-26A2-FCFC-109D-0FCEBAB66BDD}"/>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F4F89DA-918E-0708-42A1-AE680163A476}"/>
              </a:ext>
            </a:extLst>
          </p:cNvPr>
          <p:cNvSpPr>
            <a:spLocks noGrp="1"/>
          </p:cNvSpPr>
          <p:nvPr>
            <p:ph type="title"/>
          </p:nvPr>
        </p:nvSpPr>
        <p:spPr>
          <a:xfrm>
            <a:off x="385371" y="87725"/>
            <a:ext cx="6687534" cy="1325563"/>
          </a:xfrm>
        </p:spPr>
        <p:txBody>
          <a:bodyPr>
            <a:normAutofit/>
          </a:bodyPr>
          <a:lstStyle/>
          <a:p>
            <a:r>
              <a:rPr lang="en-US" altLang="ko-KR" sz="3600">
                <a:latin typeface="Georgia Pro"/>
                <a:ea typeface="HY중고딕"/>
              </a:rPr>
              <a:t>Particle System Core</a:t>
            </a:r>
            <a:endParaRPr lang="en-US" altLang="ko-KR" sz="3600">
              <a:ea typeface="HY중고딕"/>
            </a:endParaRPr>
          </a:p>
        </p:txBody>
      </p:sp>
      <p:sp>
        <p:nvSpPr>
          <p:cNvPr id="11" name="직사각형 10">
            <a:extLst>
              <a:ext uri="{FF2B5EF4-FFF2-40B4-BE49-F238E27FC236}">
                <a16:creationId xmlns:a16="http://schemas.microsoft.com/office/drawing/2014/main" id="{0CCE641B-E6CE-24C7-1104-558B23C569BF}"/>
              </a:ext>
            </a:extLst>
          </p:cNvPr>
          <p:cNvSpPr/>
          <p:nvPr/>
        </p:nvSpPr>
        <p:spPr>
          <a:xfrm>
            <a:off x="0" y="1"/>
            <a:ext cx="95250" cy="6858000"/>
          </a:xfrm>
          <a:prstGeom prst="rect">
            <a:avLst/>
          </a:prstGeom>
          <a:solidFill>
            <a:srgbClr val="C8A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Picture 6">
            <a:extLst>
              <a:ext uri="{FF2B5EF4-FFF2-40B4-BE49-F238E27FC236}">
                <a16:creationId xmlns:a16="http://schemas.microsoft.com/office/drawing/2014/main" id="{29D400BB-3DAA-46A0-AC27-6EBD10B3F9E8}"/>
              </a:ext>
            </a:extLst>
          </p:cNvPr>
          <p:cNvPicPr>
            <a:picLocks noChangeAspect="1"/>
          </p:cNvPicPr>
          <p:nvPr/>
        </p:nvPicPr>
        <p:blipFill>
          <a:blip r:embed="rId2"/>
          <a:stretch>
            <a:fillRect/>
          </a:stretch>
        </p:blipFill>
        <p:spPr>
          <a:xfrm>
            <a:off x="1393148" y="1704975"/>
            <a:ext cx="3659712" cy="4414520"/>
          </a:xfrm>
          <a:prstGeom prst="rect">
            <a:avLst/>
          </a:prstGeom>
        </p:spPr>
      </p:pic>
      <p:pic>
        <p:nvPicPr>
          <p:cNvPr id="8" name="Picture 7">
            <a:extLst>
              <a:ext uri="{FF2B5EF4-FFF2-40B4-BE49-F238E27FC236}">
                <a16:creationId xmlns:a16="http://schemas.microsoft.com/office/drawing/2014/main" id="{300C38E1-D137-19B4-8CCF-5CF6FCEAB916}"/>
              </a:ext>
            </a:extLst>
          </p:cNvPr>
          <p:cNvPicPr>
            <a:picLocks noChangeAspect="1"/>
          </p:cNvPicPr>
          <p:nvPr/>
        </p:nvPicPr>
        <p:blipFill>
          <a:blip r:embed="rId3"/>
          <a:stretch>
            <a:fillRect/>
          </a:stretch>
        </p:blipFill>
        <p:spPr>
          <a:xfrm>
            <a:off x="5951538" y="1704975"/>
            <a:ext cx="5082658" cy="4414520"/>
          </a:xfrm>
          <a:prstGeom prst="rect">
            <a:avLst/>
          </a:prstGeom>
        </p:spPr>
      </p:pic>
    </p:spTree>
    <p:extLst>
      <p:ext uri="{BB962C8B-B14F-4D97-AF65-F5344CB8AC3E}">
        <p14:creationId xmlns:p14="http://schemas.microsoft.com/office/powerpoint/2010/main" val="530730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527"/>
        </a:solidFill>
        <a:effectLst/>
      </p:bgPr>
    </p:bg>
    <p:spTree>
      <p:nvGrpSpPr>
        <p:cNvPr id="1" name="">
          <a:extLst>
            <a:ext uri="{FF2B5EF4-FFF2-40B4-BE49-F238E27FC236}">
              <a16:creationId xmlns:a16="http://schemas.microsoft.com/office/drawing/2014/main" id="{1DCDD444-7392-355B-7EEA-DB47E2C78CD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A5061C9-6C3B-5C08-8AFF-BD6B960FE1C4}"/>
              </a:ext>
            </a:extLst>
          </p:cNvPr>
          <p:cNvSpPr>
            <a:spLocks noGrp="1"/>
          </p:cNvSpPr>
          <p:nvPr>
            <p:ph type="title"/>
          </p:nvPr>
        </p:nvSpPr>
        <p:spPr>
          <a:xfrm>
            <a:off x="385371" y="87725"/>
            <a:ext cx="4848225" cy="1325563"/>
          </a:xfrm>
        </p:spPr>
        <p:txBody>
          <a:bodyPr>
            <a:normAutofit/>
          </a:bodyPr>
          <a:lstStyle/>
          <a:p>
            <a:r>
              <a:rPr lang="ko-KR" altLang="en-US" sz="3600">
                <a:latin typeface="Georgia Pro"/>
                <a:ea typeface="HY중고딕"/>
              </a:rPr>
              <a:t>What is Emitter</a:t>
            </a:r>
            <a:r>
              <a:rPr lang="en-US" altLang="ko-KR" sz="3600">
                <a:latin typeface="Georgia Pro"/>
                <a:ea typeface="HY중고딕"/>
              </a:rPr>
              <a:t>?</a:t>
            </a:r>
            <a:endParaRPr lang="en-US" altLang="ko-KR" sz="3600"/>
          </a:p>
        </p:txBody>
      </p:sp>
      <p:pic>
        <p:nvPicPr>
          <p:cNvPr id="4" name="Picture 3">
            <a:extLst>
              <a:ext uri="{FF2B5EF4-FFF2-40B4-BE49-F238E27FC236}">
                <a16:creationId xmlns:a16="http://schemas.microsoft.com/office/drawing/2014/main" id="{71BDCA29-F637-3946-53F5-CD1C50067925}"/>
              </a:ext>
            </a:extLst>
          </p:cNvPr>
          <p:cNvPicPr>
            <a:picLocks noChangeAspect="1"/>
          </p:cNvPicPr>
          <p:nvPr/>
        </p:nvPicPr>
        <p:blipFill>
          <a:blip r:embed="rId2"/>
          <a:stretch>
            <a:fillRect/>
          </a:stretch>
        </p:blipFill>
        <p:spPr>
          <a:xfrm>
            <a:off x="1895866" y="1639888"/>
            <a:ext cx="2648842" cy="4497487"/>
          </a:xfrm>
          <a:prstGeom prst="rect">
            <a:avLst/>
          </a:prstGeom>
        </p:spPr>
      </p:pic>
      <p:sp>
        <p:nvSpPr>
          <p:cNvPr id="5" name="Rectangle 4">
            <a:extLst>
              <a:ext uri="{FF2B5EF4-FFF2-40B4-BE49-F238E27FC236}">
                <a16:creationId xmlns:a16="http://schemas.microsoft.com/office/drawing/2014/main" id="{7ECBF2AA-6447-0BD8-01BD-634D10382200}"/>
              </a:ext>
            </a:extLst>
          </p:cNvPr>
          <p:cNvSpPr/>
          <p:nvPr/>
        </p:nvSpPr>
        <p:spPr>
          <a:xfrm>
            <a:off x="2148576" y="1759343"/>
            <a:ext cx="1900620" cy="270641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115A4FF-2F47-0973-F2BC-C4937E91A2A5}"/>
              </a:ext>
            </a:extLst>
          </p:cNvPr>
          <p:cNvSpPr/>
          <p:nvPr/>
        </p:nvSpPr>
        <p:spPr>
          <a:xfrm>
            <a:off x="2148575" y="4570859"/>
            <a:ext cx="1541517" cy="1410139"/>
          </a:xfrm>
          <a:prstGeom prst="rect">
            <a:avLst/>
          </a:prstGeom>
          <a:noFill/>
          <a:ln w="254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내용 개체 틀 2">
            <a:extLst>
              <a:ext uri="{FF2B5EF4-FFF2-40B4-BE49-F238E27FC236}">
                <a16:creationId xmlns:a16="http://schemas.microsoft.com/office/drawing/2014/main" id="{719C00C8-BAF5-2B92-660B-672CF068435A}"/>
              </a:ext>
            </a:extLst>
          </p:cNvPr>
          <p:cNvSpPr txBox="1">
            <a:spLocks/>
          </p:cNvSpPr>
          <p:nvPr/>
        </p:nvSpPr>
        <p:spPr>
          <a:xfrm>
            <a:off x="5233596" y="2511794"/>
            <a:ext cx="6486779" cy="1834411"/>
          </a:xfrm>
          <a:prstGeom prst="rect">
            <a:avLst/>
          </a:prstGeom>
          <a:ln w="28575">
            <a:no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US" altLang="ko-KR" sz="1800" err="1">
                <a:ea typeface="Noto Sans KR Light" panose="020B0200000000000000" pitchFamily="50" charset="-127"/>
              </a:rPr>
              <a:t>특정</a:t>
            </a:r>
            <a:r>
              <a:rPr lang="en-US" altLang="ko-KR" sz="1800">
                <a:ea typeface="Noto Sans KR Light" panose="020B0200000000000000" pitchFamily="50" charset="-127"/>
              </a:rPr>
              <a:t> Particle </a:t>
            </a:r>
            <a:r>
              <a:rPr lang="en-US" altLang="ko-KR" sz="1800" err="1">
                <a:ea typeface="Noto Sans KR Light" panose="020B0200000000000000" pitchFamily="50" charset="-127"/>
              </a:rPr>
              <a:t>생성</a:t>
            </a:r>
            <a:r>
              <a:rPr lang="en-US" altLang="ko-KR" sz="1800">
                <a:ea typeface="Noto Sans KR Light" panose="020B0200000000000000" pitchFamily="50" charset="-127"/>
              </a:rPr>
              <a:t> </a:t>
            </a:r>
            <a:r>
              <a:rPr lang="en-US" altLang="ko-KR" sz="1800" err="1">
                <a:ea typeface="Noto Sans KR Light" panose="020B0200000000000000" pitchFamily="50" charset="-127"/>
              </a:rPr>
              <a:t>규칙을</a:t>
            </a:r>
            <a:r>
              <a:rPr lang="en-US" altLang="ko-KR" sz="1800">
                <a:ea typeface="Noto Sans KR Light" panose="020B0200000000000000" pitchFamily="50" charset="-127"/>
              </a:rPr>
              <a:t> </a:t>
            </a:r>
            <a:r>
              <a:rPr lang="en-US" altLang="ko-KR" sz="1800" err="1">
                <a:ea typeface="Noto Sans KR Light" panose="020B0200000000000000" pitchFamily="50" charset="-127"/>
              </a:rPr>
              <a:t>가지고</a:t>
            </a:r>
            <a:r>
              <a:rPr lang="en-US" altLang="ko-KR" sz="1800">
                <a:ea typeface="Noto Sans KR Light" panose="020B0200000000000000" pitchFamily="50" charset="-127"/>
              </a:rPr>
              <a:t> </a:t>
            </a:r>
            <a:br>
              <a:rPr lang="en-US" altLang="ko-KR" sz="1800">
                <a:ea typeface="Noto Sans KR Light" panose="020B0200000000000000" pitchFamily="50" charset="-127"/>
              </a:rPr>
            </a:br>
            <a:r>
              <a:rPr lang="en-US" altLang="ko-KR" sz="1800">
                <a:ea typeface="Noto Sans KR Light" panose="020B0200000000000000" pitchFamily="50" charset="-127"/>
              </a:rPr>
              <a:t>Particle </a:t>
            </a:r>
            <a:r>
              <a:rPr lang="en-US" altLang="ko-KR" sz="1800" err="1">
                <a:ea typeface="Noto Sans KR Light" panose="020B0200000000000000" pitchFamily="50" charset="-127"/>
              </a:rPr>
              <a:t>Instance들을</a:t>
            </a:r>
            <a:r>
              <a:rPr lang="en-US" altLang="ko-KR" sz="1800">
                <a:ea typeface="Noto Sans KR Light" panose="020B0200000000000000" pitchFamily="50" charset="-127"/>
              </a:rPr>
              <a:t> </a:t>
            </a:r>
            <a:r>
              <a:rPr lang="en-US" altLang="ko-KR" sz="1800" err="1">
                <a:ea typeface="Noto Sans KR Light" panose="020B0200000000000000" pitchFamily="50" charset="-127"/>
              </a:rPr>
              <a:t>지속적으로</a:t>
            </a:r>
            <a:r>
              <a:rPr lang="en-US" altLang="ko-KR" sz="1800">
                <a:ea typeface="Noto Sans KR Light" panose="020B0200000000000000" pitchFamily="50" charset="-127"/>
              </a:rPr>
              <a:t> </a:t>
            </a:r>
            <a:r>
              <a:rPr lang="en-US" altLang="ko-KR" sz="1800" err="1">
                <a:ea typeface="Noto Sans KR Light" panose="020B0200000000000000" pitchFamily="50" charset="-127"/>
              </a:rPr>
              <a:t>생성하는</a:t>
            </a:r>
            <a:r>
              <a:rPr lang="en-US" altLang="ko-KR" sz="1800">
                <a:ea typeface="Noto Sans KR Light" panose="020B0200000000000000" pitchFamily="50" charset="-127"/>
              </a:rPr>
              <a:t> </a:t>
            </a:r>
            <a:r>
              <a:rPr lang="en-US" altLang="ko-KR" sz="1800" err="1">
                <a:ea typeface="Noto Sans KR Light" panose="020B0200000000000000" pitchFamily="50" charset="-127"/>
              </a:rPr>
              <a:t>객체</a:t>
            </a:r>
            <a:endParaRPr lang="en-US" altLang="ko-KR" sz="1800">
              <a:ea typeface="Noto Sans KR Light" panose="020B0200000000000000" pitchFamily="50" charset="-127"/>
            </a:endParaRPr>
          </a:p>
        </p:txBody>
      </p:sp>
      <p:sp>
        <p:nvSpPr>
          <p:cNvPr id="11" name="직사각형 10">
            <a:extLst>
              <a:ext uri="{FF2B5EF4-FFF2-40B4-BE49-F238E27FC236}">
                <a16:creationId xmlns:a16="http://schemas.microsoft.com/office/drawing/2014/main" id="{ADCD6834-872B-5E6F-43DC-F82EC854A684}"/>
              </a:ext>
            </a:extLst>
          </p:cNvPr>
          <p:cNvSpPr/>
          <p:nvPr/>
        </p:nvSpPr>
        <p:spPr>
          <a:xfrm>
            <a:off x="0" y="1"/>
            <a:ext cx="95250" cy="6858000"/>
          </a:xfrm>
          <a:prstGeom prst="rect">
            <a:avLst/>
          </a:prstGeom>
          <a:solidFill>
            <a:srgbClr val="C8A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714563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527"/>
        </a:solidFill>
        <a:effectLst/>
      </p:bgPr>
    </p:bg>
    <p:spTree>
      <p:nvGrpSpPr>
        <p:cNvPr id="1" name="">
          <a:extLst>
            <a:ext uri="{FF2B5EF4-FFF2-40B4-BE49-F238E27FC236}">
              <a16:creationId xmlns:a16="http://schemas.microsoft.com/office/drawing/2014/main" id="{CE3C9257-639A-970E-B02B-03D64BE54C61}"/>
            </a:ext>
          </a:extLst>
        </p:cNvPr>
        <p:cNvGrpSpPr/>
        <p:nvPr/>
      </p:nvGrpSpPr>
      <p:grpSpPr>
        <a:xfrm>
          <a:off x="0" y="0"/>
          <a:ext cx="0" cy="0"/>
          <a:chOff x="0" y="0"/>
          <a:chExt cx="0" cy="0"/>
        </a:xfrm>
      </p:grpSpPr>
      <p:pic>
        <p:nvPicPr>
          <p:cNvPr id="8" name="Content Placeholder 7" descr="Action 이미지 - Freepik에서 무료 다운로드">
            <a:extLst>
              <a:ext uri="{FF2B5EF4-FFF2-40B4-BE49-F238E27FC236}">
                <a16:creationId xmlns:a16="http://schemas.microsoft.com/office/drawing/2014/main" id="{1583E8AE-8C25-94F9-3FB0-F1EC9E2962EA}"/>
              </a:ext>
            </a:extLst>
          </p:cNvPr>
          <p:cNvPicPr>
            <a:picLocks noGrp="1" noChangeAspect="1"/>
          </p:cNvPicPr>
          <p:nvPr>
            <p:ph idx="1"/>
          </p:nvPr>
        </p:nvPicPr>
        <p:blipFill>
          <a:blip r:embed="rId2"/>
          <a:stretch>
            <a:fillRect/>
          </a:stretch>
        </p:blipFill>
        <p:spPr>
          <a:xfrm>
            <a:off x="3727723" y="1816303"/>
            <a:ext cx="4736553" cy="3706363"/>
          </a:xfrm>
          <a:prstGeom prst="rect">
            <a:avLst/>
          </a:prstGeom>
        </p:spPr>
      </p:pic>
      <p:sp>
        <p:nvSpPr>
          <p:cNvPr id="9" name="직사각형 8">
            <a:extLst>
              <a:ext uri="{FF2B5EF4-FFF2-40B4-BE49-F238E27FC236}">
                <a16:creationId xmlns:a16="http://schemas.microsoft.com/office/drawing/2014/main" id="{E74D4A56-F80A-0308-108E-7FF9337AE59B}"/>
              </a:ext>
            </a:extLst>
          </p:cNvPr>
          <p:cNvSpPr/>
          <p:nvPr/>
        </p:nvSpPr>
        <p:spPr>
          <a:xfrm>
            <a:off x="0" y="1"/>
            <a:ext cx="95250" cy="6858000"/>
          </a:xfrm>
          <a:prstGeom prst="rect">
            <a:avLst/>
          </a:prstGeom>
          <a:solidFill>
            <a:srgbClr val="C8A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제목 1">
            <a:extLst>
              <a:ext uri="{FF2B5EF4-FFF2-40B4-BE49-F238E27FC236}">
                <a16:creationId xmlns:a16="http://schemas.microsoft.com/office/drawing/2014/main" id="{1375DD6A-1D5A-4563-92D5-8D84B975559E}"/>
              </a:ext>
            </a:extLst>
          </p:cNvPr>
          <p:cNvSpPr>
            <a:spLocks noGrp="1"/>
          </p:cNvSpPr>
          <p:nvPr>
            <p:ph type="title"/>
          </p:nvPr>
        </p:nvSpPr>
        <p:spPr>
          <a:xfrm>
            <a:off x="385371" y="87725"/>
            <a:ext cx="4848225" cy="1325563"/>
          </a:xfrm>
        </p:spPr>
        <p:txBody>
          <a:bodyPr>
            <a:normAutofit/>
          </a:bodyPr>
          <a:lstStyle/>
          <a:p>
            <a:r>
              <a:rPr lang="ko-KR" altLang="en-US" sz="3600">
                <a:latin typeface="Georgia Pro"/>
                <a:ea typeface="HY중고딕"/>
              </a:rPr>
              <a:t>What is </a:t>
            </a:r>
            <a:r>
              <a:rPr lang="en-US" altLang="ko-KR" sz="3600">
                <a:latin typeface="Georgia Pro"/>
                <a:ea typeface="HY중고딕"/>
              </a:rPr>
              <a:t>Module?</a:t>
            </a:r>
            <a:endParaRPr lang="en-US" altLang="ko-KR" sz="3600"/>
          </a:p>
        </p:txBody>
      </p:sp>
      <p:sp>
        <p:nvSpPr>
          <p:cNvPr id="3" name="Title 1">
            <a:extLst>
              <a:ext uri="{FF2B5EF4-FFF2-40B4-BE49-F238E27FC236}">
                <a16:creationId xmlns:a16="http://schemas.microsoft.com/office/drawing/2014/main" id="{3227A04E-738E-B4C3-6E8A-A09B744970B6}"/>
              </a:ext>
            </a:extLst>
          </p:cNvPr>
          <p:cNvSpPr txBox="1">
            <a:spLocks/>
          </p:cNvSpPr>
          <p:nvPr/>
        </p:nvSpPr>
        <p:spPr>
          <a:xfrm>
            <a:off x="741855" y="750028"/>
            <a:ext cx="105156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a:lstStyle>
          <a:p>
            <a:pPr algn="ctr"/>
            <a:r>
              <a:rPr lang="ko-KR" altLang="en-US" sz="2400">
                <a:latin typeface="Georgia Pro"/>
                <a:ea typeface="Noto Sans KR Light"/>
              </a:rPr>
              <a:t>Particle Memory를 해석하고 변경하는 단위</a:t>
            </a:r>
            <a:endParaRPr lang="ko-KR" altLang="en-US" sz="2400"/>
          </a:p>
        </p:txBody>
      </p:sp>
    </p:spTree>
    <p:extLst>
      <p:ext uri="{BB962C8B-B14F-4D97-AF65-F5344CB8AC3E}">
        <p14:creationId xmlns:p14="http://schemas.microsoft.com/office/powerpoint/2010/main" val="2130988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33CD2-81F4-2160-6D1E-A1198239CD23}"/>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DD4BABA-8223-5375-50D4-537BF4FA8DDE}"/>
              </a:ext>
            </a:extLst>
          </p:cNvPr>
          <p:cNvPicPr>
            <a:picLocks noGrp="1" noChangeAspect="1"/>
          </p:cNvPicPr>
          <p:nvPr>
            <p:ph idx="1"/>
          </p:nvPr>
        </p:nvPicPr>
        <p:blipFill>
          <a:blip r:embed="rId2"/>
          <a:stretch>
            <a:fillRect/>
          </a:stretch>
        </p:blipFill>
        <p:spPr>
          <a:xfrm>
            <a:off x="615417" y="1711763"/>
            <a:ext cx="3411234" cy="4351338"/>
          </a:xfrm>
          <a:prstGeom prst="rect">
            <a:avLst/>
          </a:prstGeom>
        </p:spPr>
      </p:pic>
      <p:sp>
        <p:nvSpPr>
          <p:cNvPr id="6" name="내용 개체 틀 2">
            <a:extLst>
              <a:ext uri="{FF2B5EF4-FFF2-40B4-BE49-F238E27FC236}">
                <a16:creationId xmlns:a16="http://schemas.microsoft.com/office/drawing/2014/main" id="{58D50807-AFDD-6467-0914-F45102764466}"/>
              </a:ext>
            </a:extLst>
          </p:cNvPr>
          <p:cNvSpPr txBox="1">
            <a:spLocks/>
          </p:cNvSpPr>
          <p:nvPr/>
        </p:nvSpPr>
        <p:spPr>
          <a:xfrm>
            <a:off x="4314634" y="2444863"/>
            <a:ext cx="2405118" cy="2884599"/>
          </a:xfrm>
          <a:prstGeom prst="rect">
            <a:avLst/>
          </a:prstGeom>
        </p:spPr>
        <p:txBody>
          <a:bodyPr vert="horz" lIns="91440" tIns="45720" rIns="91440" bIns="45720" rtlCol="0" anchor="t">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ko-KR" sz="2400">
                <a:latin typeface="Georgia Pro"/>
                <a:ea typeface="HY중고딕"/>
              </a:rPr>
              <a:t>Velocity</a:t>
            </a:r>
          </a:p>
          <a:p>
            <a:pPr marL="0" indent="0">
              <a:lnSpc>
                <a:spcPct val="150000"/>
              </a:lnSpc>
              <a:buNone/>
            </a:pPr>
            <a:r>
              <a:rPr lang="en-US" altLang="ko-KR" sz="2400">
                <a:latin typeface="Georgia Pro"/>
                <a:ea typeface="HY중고딕"/>
              </a:rPr>
              <a:t>Color</a:t>
            </a:r>
          </a:p>
          <a:p>
            <a:pPr marL="0" indent="0">
              <a:lnSpc>
                <a:spcPct val="150000"/>
              </a:lnSpc>
              <a:buNone/>
            </a:pPr>
            <a:r>
              <a:rPr lang="en-US" altLang="ko-KR" sz="2400"/>
              <a:t>Size</a:t>
            </a:r>
          </a:p>
          <a:p>
            <a:pPr marL="0" indent="0">
              <a:lnSpc>
                <a:spcPct val="150000"/>
              </a:lnSpc>
              <a:buNone/>
            </a:pPr>
            <a:r>
              <a:rPr lang="en-US" altLang="ko-KR" sz="2400">
                <a:latin typeface="Georgia Pro"/>
                <a:ea typeface="HY중고딕"/>
              </a:rPr>
              <a:t>...</a:t>
            </a:r>
            <a:endParaRPr lang="en-US" altLang="ko-KR" sz="2400"/>
          </a:p>
          <a:p>
            <a:pPr marL="0" indent="0">
              <a:lnSpc>
                <a:spcPct val="150000"/>
              </a:lnSpc>
              <a:buNone/>
            </a:pPr>
            <a:endParaRPr lang="en-US" altLang="ko-KR" sz="2400"/>
          </a:p>
        </p:txBody>
      </p:sp>
      <p:pic>
        <p:nvPicPr>
          <p:cNvPr id="9" name="Picture 8">
            <a:extLst>
              <a:ext uri="{FF2B5EF4-FFF2-40B4-BE49-F238E27FC236}">
                <a16:creationId xmlns:a16="http://schemas.microsoft.com/office/drawing/2014/main" id="{770095F8-9187-E6AC-C5BF-0D9FEF7D6948}"/>
              </a:ext>
            </a:extLst>
          </p:cNvPr>
          <p:cNvPicPr>
            <a:picLocks noChangeAspect="1"/>
          </p:cNvPicPr>
          <p:nvPr/>
        </p:nvPicPr>
        <p:blipFill>
          <a:blip r:embed="rId3"/>
          <a:stretch>
            <a:fillRect/>
          </a:stretch>
        </p:blipFill>
        <p:spPr>
          <a:xfrm>
            <a:off x="6418343" y="1710521"/>
            <a:ext cx="3396808" cy="4353285"/>
          </a:xfrm>
          <a:prstGeom prst="rect">
            <a:avLst/>
          </a:prstGeom>
        </p:spPr>
      </p:pic>
      <p:sp>
        <p:nvSpPr>
          <p:cNvPr id="10" name="내용 개체 틀 2">
            <a:extLst>
              <a:ext uri="{FF2B5EF4-FFF2-40B4-BE49-F238E27FC236}">
                <a16:creationId xmlns:a16="http://schemas.microsoft.com/office/drawing/2014/main" id="{853EDFB5-AEB4-4040-AB5B-338717C1757C}"/>
              </a:ext>
            </a:extLst>
          </p:cNvPr>
          <p:cNvSpPr txBox="1">
            <a:spLocks/>
          </p:cNvSpPr>
          <p:nvPr/>
        </p:nvSpPr>
        <p:spPr>
          <a:xfrm>
            <a:off x="10251052" y="2444863"/>
            <a:ext cx="2405118" cy="4746918"/>
          </a:xfrm>
          <a:prstGeom prst="rect">
            <a:avLst/>
          </a:prstGeom>
        </p:spPr>
        <p:txBody>
          <a:bodyPr vert="horz" lIns="91440" tIns="45720" rIns="91440" bIns="45720" rtlCol="0" anchor="t">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ko-KR" sz="2400">
                <a:latin typeface="Georgia Pro"/>
                <a:ea typeface="HY중고딕"/>
              </a:rPr>
              <a:t>Velocity</a:t>
            </a:r>
          </a:p>
          <a:p>
            <a:pPr marL="0" indent="0">
              <a:lnSpc>
                <a:spcPct val="150000"/>
              </a:lnSpc>
              <a:buNone/>
            </a:pPr>
            <a:r>
              <a:rPr lang="en-US" altLang="ko-KR" sz="2400">
                <a:latin typeface="Georgia Pro"/>
                <a:ea typeface="HY중고딕"/>
              </a:rPr>
              <a:t>Color</a:t>
            </a:r>
          </a:p>
          <a:p>
            <a:pPr marL="0" indent="0">
              <a:lnSpc>
                <a:spcPct val="150000"/>
              </a:lnSpc>
              <a:buNone/>
            </a:pPr>
            <a:r>
              <a:rPr lang="en-US" altLang="ko-KR" sz="2400"/>
              <a:t>Size</a:t>
            </a:r>
          </a:p>
          <a:p>
            <a:pPr marL="0" indent="0">
              <a:lnSpc>
                <a:spcPct val="150000"/>
              </a:lnSpc>
              <a:buNone/>
            </a:pPr>
            <a:r>
              <a:rPr lang="en-US" altLang="ko-KR" sz="2400" b="1" u="sng">
                <a:latin typeface="Georgia Pro"/>
                <a:ea typeface="HY중고딕"/>
              </a:rPr>
              <a:t>Orbit</a:t>
            </a:r>
            <a:endParaRPr lang="en-US" altLang="ko-KR" sz="2400" b="1" u="sng"/>
          </a:p>
          <a:p>
            <a:pPr marL="0" indent="0">
              <a:lnSpc>
                <a:spcPct val="150000"/>
              </a:lnSpc>
              <a:buNone/>
            </a:pPr>
            <a:r>
              <a:rPr lang="en-US" altLang="ko-KR" sz="2400"/>
              <a:t>...</a:t>
            </a:r>
          </a:p>
          <a:p>
            <a:pPr marL="0" indent="0">
              <a:lnSpc>
                <a:spcPct val="150000"/>
              </a:lnSpc>
              <a:buNone/>
            </a:pPr>
            <a:endParaRPr lang="en-US" altLang="ko-KR" sz="2400"/>
          </a:p>
        </p:txBody>
      </p:sp>
      <p:sp>
        <p:nvSpPr>
          <p:cNvPr id="3" name="직사각형 2">
            <a:extLst>
              <a:ext uri="{FF2B5EF4-FFF2-40B4-BE49-F238E27FC236}">
                <a16:creationId xmlns:a16="http://schemas.microsoft.com/office/drawing/2014/main" id="{FC43FB11-46E7-5C77-4A05-57FC6D8983E9}"/>
              </a:ext>
            </a:extLst>
          </p:cNvPr>
          <p:cNvSpPr/>
          <p:nvPr/>
        </p:nvSpPr>
        <p:spPr>
          <a:xfrm>
            <a:off x="0" y="1"/>
            <a:ext cx="95250" cy="6858000"/>
          </a:xfrm>
          <a:prstGeom prst="rect">
            <a:avLst/>
          </a:prstGeom>
          <a:solidFill>
            <a:srgbClr val="C8A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제목 1">
            <a:extLst>
              <a:ext uri="{FF2B5EF4-FFF2-40B4-BE49-F238E27FC236}">
                <a16:creationId xmlns:a16="http://schemas.microsoft.com/office/drawing/2014/main" id="{CC18039C-5580-6E2C-9B30-5E582E0D0801}"/>
              </a:ext>
            </a:extLst>
          </p:cNvPr>
          <p:cNvSpPr txBox="1">
            <a:spLocks/>
          </p:cNvSpPr>
          <p:nvPr/>
        </p:nvSpPr>
        <p:spPr>
          <a:xfrm>
            <a:off x="385371" y="87725"/>
            <a:ext cx="4848225"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a:lstStyle>
          <a:p>
            <a:r>
              <a:rPr lang="en-US" altLang="ko-KR" sz="3600">
                <a:latin typeface="Georgia Pro"/>
                <a:ea typeface="HY중고딕"/>
              </a:rPr>
              <a:t>Why</a:t>
            </a:r>
            <a:r>
              <a:rPr lang="ko-KR" altLang="en-US" sz="3600">
                <a:latin typeface="Georgia Pro"/>
                <a:ea typeface="HY중고딕"/>
              </a:rPr>
              <a:t> </a:t>
            </a:r>
            <a:r>
              <a:rPr lang="en-US" altLang="ko-KR" sz="3600">
                <a:latin typeface="Georgia Pro"/>
                <a:ea typeface="HY중고딕"/>
              </a:rPr>
              <a:t>use</a:t>
            </a:r>
            <a:r>
              <a:rPr lang="ko-KR" altLang="en-US" sz="3600">
                <a:latin typeface="Georgia Pro"/>
                <a:ea typeface="HY중고딕"/>
              </a:rPr>
              <a:t> </a:t>
            </a:r>
            <a:r>
              <a:rPr lang="en-US" altLang="ko-KR" sz="3600">
                <a:latin typeface="Georgia Pro"/>
                <a:ea typeface="HY중고딕"/>
              </a:rPr>
              <a:t>Module?</a:t>
            </a:r>
            <a:endParaRPr lang="en-US" altLang="ko-KR" sz="3600"/>
          </a:p>
        </p:txBody>
      </p:sp>
    </p:spTree>
    <p:extLst>
      <p:ext uri="{BB962C8B-B14F-4D97-AF65-F5344CB8AC3E}">
        <p14:creationId xmlns:p14="http://schemas.microsoft.com/office/powerpoint/2010/main" val="2346053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79A09-8B9C-D097-2783-45708CDEE8B4}"/>
            </a:ext>
          </a:extLst>
        </p:cNvPr>
        <p:cNvGrpSpPr/>
        <p:nvPr/>
      </p:nvGrpSpPr>
      <p:grpSpPr>
        <a:xfrm>
          <a:off x="0" y="0"/>
          <a:ext cx="0" cy="0"/>
          <a:chOff x="0" y="0"/>
          <a:chExt cx="0" cy="0"/>
        </a:xfrm>
      </p:grpSpPr>
      <p:sp>
        <p:nvSpPr>
          <p:cNvPr id="6" name="내용 개체 틀 2">
            <a:extLst>
              <a:ext uri="{FF2B5EF4-FFF2-40B4-BE49-F238E27FC236}">
                <a16:creationId xmlns:a16="http://schemas.microsoft.com/office/drawing/2014/main" id="{CE51984C-3E43-5A4B-5103-791E4CE6A20E}"/>
              </a:ext>
            </a:extLst>
          </p:cNvPr>
          <p:cNvSpPr txBox="1">
            <a:spLocks/>
          </p:cNvSpPr>
          <p:nvPr/>
        </p:nvSpPr>
        <p:spPr>
          <a:xfrm>
            <a:off x="4204801" y="1684064"/>
            <a:ext cx="3088290" cy="4746918"/>
          </a:xfrm>
          <a:prstGeom prst="rect">
            <a:avLst/>
          </a:prstGeom>
        </p:spPr>
        <p:txBody>
          <a:bodyPr vert="horz" lIns="91440" tIns="45720" rIns="91440" bIns="45720" rtlCol="0" anchor="t">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ko-KR" sz="2400">
                <a:latin typeface="Georgia Pro"/>
                <a:ea typeface="HY중고딕"/>
              </a:rPr>
              <a:t>Velocity</a:t>
            </a:r>
          </a:p>
          <a:p>
            <a:pPr marL="0" indent="0">
              <a:lnSpc>
                <a:spcPct val="150000"/>
              </a:lnSpc>
              <a:buNone/>
            </a:pPr>
            <a:r>
              <a:rPr lang="en-US" altLang="ko-KR" sz="2400">
                <a:latin typeface="Georgia Pro"/>
                <a:ea typeface="HY중고딕"/>
              </a:rPr>
              <a:t>Color</a:t>
            </a:r>
          </a:p>
          <a:p>
            <a:pPr marL="0" indent="0">
              <a:lnSpc>
                <a:spcPct val="150000"/>
              </a:lnSpc>
              <a:buNone/>
            </a:pPr>
            <a:r>
              <a:rPr lang="en-US" altLang="ko-KR" sz="2400"/>
              <a:t>Size</a:t>
            </a:r>
          </a:p>
          <a:p>
            <a:pPr marL="0" indent="0">
              <a:lnSpc>
                <a:spcPct val="150000"/>
              </a:lnSpc>
              <a:buNone/>
            </a:pPr>
            <a:r>
              <a:rPr lang="en-US" altLang="ko-KR" sz="2400">
                <a:latin typeface="Georgia Pro"/>
                <a:ea typeface="HY중고딕"/>
              </a:rPr>
              <a:t>Orbit</a:t>
            </a:r>
          </a:p>
          <a:p>
            <a:pPr marL="0" indent="0">
              <a:lnSpc>
                <a:spcPct val="150000"/>
              </a:lnSpc>
              <a:buNone/>
            </a:pPr>
            <a:r>
              <a:rPr lang="en-US" altLang="ko-KR" sz="2400" b="1" u="sng">
                <a:latin typeface="Georgia Pro"/>
                <a:ea typeface="HY중고딕"/>
              </a:rPr>
              <a:t>Color Over Life</a:t>
            </a:r>
          </a:p>
          <a:p>
            <a:pPr marL="0" indent="0">
              <a:lnSpc>
                <a:spcPct val="150000"/>
              </a:lnSpc>
              <a:buNone/>
            </a:pPr>
            <a:r>
              <a:rPr lang="en-US" altLang="ko-KR" sz="2400">
                <a:latin typeface="Georgia Pro"/>
                <a:ea typeface="HY중고딕"/>
              </a:rPr>
              <a:t>...</a:t>
            </a:r>
            <a:endParaRPr lang="en-US" altLang="ko-KR" sz="2400"/>
          </a:p>
          <a:p>
            <a:pPr marL="0" indent="0">
              <a:lnSpc>
                <a:spcPct val="150000"/>
              </a:lnSpc>
              <a:buNone/>
            </a:pPr>
            <a:endParaRPr lang="en-US" altLang="ko-KR" sz="2400"/>
          </a:p>
          <a:p>
            <a:pPr marL="0" indent="0">
              <a:lnSpc>
                <a:spcPct val="150000"/>
              </a:lnSpc>
              <a:buNone/>
            </a:pPr>
            <a:endParaRPr lang="en-US" altLang="ko-KR" sz="2400"/>
          </a:p>
        </p:txBody>
      </p:sp>
      <p:pic>
        <p:nvPicPr>
          <p:cNvPr id="15" name="Picture 14">
            <a:extLst>
              <a:ext uri="{FF2B5EF4-FFF2-40B4-BE49-F238E27FC236}">
                <a16:creationId xmlns:a16="http://schemas.microsoft.com/office/drawing/2014/main" id="{3AF7D1F2-5852-8565-E43F-34FBECB40558}"/>
              </a:ext>
            </a:extLst>
          </p:cNvPr>
          <p:cNvPicPr>
            <a:picLocks noChangeAspect="1"/>
          </p:cNvPicPr>
          <p:nvPr/>
        </p:nvPicPr>
        <p:blipFill>
          <a:blip r:embed="rId2"/>
          <a:stretch>
            <a:fillRect/>
          </a:stretch>
        </p:blipFill>
        <p:spPr>
          <a:xfrm>
            <a:off x="841703" y="1684064"/>
            <a:ext cx="3081282" cy="4505650"/>
          </a:xfrm>
          <a:prstGeom prst="rect">
            <a:avLst/>
          </a:prstGeom>
        </p:spPr>
      </p:pic>
      <p:sp>
        <p:nvSpPr>
          <p:cNvPr id="16" name="내용 개체 틀 2">
            <a:extLst>
              <a:ext uri="{FF2B5EF4-FFF2-40B4-BE49-F238E27FC236}">
                <a16:creationId xmlns:a16="http://schemas.microsoft.com/office/drawing/2014/main" id="{5D9A5B88-F8C1-E838-E351-19689BAD336A}"/>
              </a:ext>
            </a:extLst>
          </p:cNvPr>
          <p:cNvSpPr txBox="1">
            <a:spLocks/>
          </p:cNvSpPr>
          <p:nvPr/>
        </p:nvSpPr>
        <p:spPr>
          <a:xfrm>
            <a:off x="7879707" y="2466975"/>
            <a:ext cx="3226443" cy="2178287"/>
          </a:xfrm>
          <a:prstGeom prst="rect">
            <a:avLst/>
          </a:prstGeom>
          <a:ln w="57150">
            <a:solidFill>
              <a:srgbClr val="C8AA6E"/>
            </a:solidFill>
          </a:ln>
        </p:spPr>
        <p:txBody>
          <a:bodyPr vert="horz" lIns="91440" tIns="45720" rIns="91440" bIns="45720" rtlCol="0" anchor="t">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en-US" altLang="ko-KR" sz="2000">
              <a:latin typeface="Noto Sans KR Light" panose="020B0200000000000000" pitchFamily="50" charset="-127"/>
              <a:ea typeface="Noto Sans KR Light" panose="020B0200000000000000" pitchFamily="50" charset="-127"/>
            </a:endParaRPr>
          </a:p>
          <a:p>
            <a:pPr marL="0" indent="0">
              <a:lnSpc>
                <a:spcPct val="100000"/>
              </a:lnSpc>
              <a:buNone/>
            </a:pPr>
            <a:r>
              <a:rPr lang="en-US" altLang="ko-KR" sz="2000" err="1">
                <a:latin typeface="Noto Sans KR Light" panose="020B0200000000000000" pitchFamily="50" charset="-127"/>
                <a:ea typeface="Noto Sans KR Light" panose="020B0200000000000000" pitchFamily="50" charset="-127"/>
              </a:rPr>
              <a:t>기능은</a:t>
            </a:r>
            <a:r>
              <a:rPr lang="en-US" altLang="ko-KR" sz="2000">
                <a:latin typeface="Noto Sans KR Light" panose="020B0200000000000000" pitchFamily="50" charset="-127"/>
                <a:ea typeface="Noto Sans KR Light" panose="020B0200000000000000" pitchFamily="50" charset="-127"/>
              </a:rPr>
              <a:t> </a:t>
            </a:r>
            <a:r>
              <a:rPr lang="en-US" altLang="ko-KR" sz="2000" err="1">
                <a:latin typeface="Noto Sans KR Light" panose="020B0200000000000000" pitchFamily="50" charset="-127"/>
                <a:ea typeface="Noto Sans KR Light" panose="020B0200000000000000" pitchFamily="50" charset="-127"/>
              </a:rPr>
              <a:t>프로그래머에게</a:t>
            </a:r>
            <a:r>
              <a:rPr lang="en-US" altLang="ko-KR" sz="2000">
                <a:latin typeface="Noto Sans KR Light" panose="020B0200000000000000" pitchFamily="50" charset="-127"/>
                <a:ea typeface="Noto Sans KR Light" panose="020B0200000000000000" pitchFamily="50" charset="-127"/>
              </a:rPr>
              <a:t>.</a:t>
            </a:r>
          </a:p>
          <a:p>
            <a:pPr marL="0" indent="0">
              <a:lnSpc>
                <a:spcPct val="100000"/>
              </a:lnSpc>
              <a:buNone/>
            </a:pPr>
            <a:endParaRPr lang="en-US" altLang="ko-KR" sz="2000">
              <a:latin typeface="Noto Sans KR Light" panose="020B0200000000000000" pitchFamily="50" charset="-127"/>
              <a:ea typeface="Noto Sans KR Light" panose="020B0200000000000000" pitchFamily="50" charset="-127"/>
            </a:endParaRPr>
          </a:p>
          <a:p>
            <a:pPr marL="0" indent="0">
              <a:lnSpc>
                <a:spcPct val="100000"/>
              </a:lnSpc>
              <a:buNone/>
            </a:pPr>
            <a:r>
              <a:rPr lang="en-US" altLang="ko-KR" sz="2000" err="1">
                <a:latin typeface="Noto Sans KR Light" panose="020B0200000000000000" pitchFamily="50" charset="-127"/>
                <a:ea typeface="Noto Sans KR Light" panose="020B0200000000000000" pitchFamily="50" charset="-127"/>
              </a:rPr>
              <a:t>적용</a:t>
            </a:r>
            <a:r>
              <a:rPr lang="en-US" altLang="ko-KR" sz="2000">
                <a:latin typeface="Noto Sans KR Light" panose="020B0200000000000000" pitchFamily="50" charset="-127"/>
                <a:ea typeface="Noto Sans KR Light" panose="020B0200000000000000" pitchFamily="50" charset="-127"/>
              </a:rPr>
              <a:t>/</a:t>
            </a:r>
            <a:r>
              <a:rPr lang="en-US" altLang="ko-KR" sz="2000" err="1">
                <a:latin typeface="Noto Sans KR Light" panose="020B0200000000000000" pitchFamily="50" charset="-127"/>
                <a:ea typeface="Noto Sans KR Light" panose="020B0200000000000000" pitchFamily="50" charset="-127"/>
              </a:rPr>
              <a:t>응용은</a:t>
            </a:r>
            <a:r>
              <a:rPr lang="en-US" altLang="ko-KR" sz="2000">
                <a:latin typeface="Noto Sans KR Light" panose="020B0200000000000000" pitchFamily="50" charset="-127"/>
                <a:ea typeface="Noto Sans KR Light" panose="020B0200000000000000" pitchFamily="50" charset="-127"/>
              </a:rPr>
              <a:t> </a:t>
            </a:r>
            <a:r>
              <a:rPr lang="en-US" altLang="ko-KR" sz="2000" err="1">
                <a:latin typeface="Noto Sans KR Light" panose="020B0200000000000000" pitchFamily="50" charset="-127"/>
                <a:ea typeface="Noto Sans KR Light" panose="020B0200000000000000" pitchFamily="50" charset="-127"/>
              </a:rPr>
              <a:t>아티스트에게</a:t>
            </a:r>
            <a:r>
              <a:rPr lang="en-US" altLang="ko-KR" sz="2000">
                <a:latin typeface="Noto Sans KR Light" panose="020B0200000000000000" pitchFamily="50" charset="-127"/>
                <a:ea typeface="Noto Sans KR Light" panose="020B0200000000000000" pitchFamily="50" charset="-127"/>
              </a:rPr>
              <a:t>.</a:t>
            </a:r>
          </a:p>
        </p:txBody>
      </p:sp>
      <p:sp>
        <p:nvSpPr>
          <p:cNvPr id="3" name="직사각형 2">
            <a:extLst>
              <a:ext uri="{FF2B5EF4-FFF2-40B4-BE49-F238E27FC236}">
                <a16:creationId xmlns:a16="http://schemas.microsoft.com/office/drawing/2014/main" id="{50FBA843-267A-2DE8-622A-C8A812B6B531}"/>
              </a:ext>
            </a:extLst>
          </p:cNvPr>
          <p:cNvSpPr/>
          <p:nvPr/>
        </p:nvSpPr>
        <p:spPr>
          <a:xfrm>
            <a:off x="0" y="1"/>
            <a:ext cx="95250" cy="6858000"/>
          </a:xfrm>
          <a:prstGeom prst="rect">
            <a:avLst/>
          </a:prstGeom>
          <a:solidFill>
            <a:srgbClr val="C8A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제목 1">
            <a:extLst>
              <a:ext uri="{FF2B5EF4-FFF2-40B4-BE49-F238E27FC236}">
                <a16:creationId xmlns:a16="http://schemas.microsoft.com/office/drawing/2014/main" id="{C43F3C7F-0BB1-5414-41A1-1D1F089BC516}"/>
              </a:ext>
            </a:extLst>
          </p:cNvPr>
          <p:cNvSpPr txBox="1">
            <a:spLocks/>
          </p:cNvSpPr>
          <p:nvPr/>
        </p:nvSpPr>
        <p:spPr>
          <a:xfrm>
            <a:off x="385371" y="87725"/>
            <a:ext cx="4848225"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a:lstStyle>
          <a:p>
            <a:r>
              <a:rPr lang="en-US" altLang="ko-KR" sz="3600">
                <a:latin typeface="Georgia Pro"/>
                <a:ea typeface="HY중고딕"/>
              </a:rPr>
              <a:t>Why</a:t>
            </a:r>
            <a:r>
              <a:rPr lang="ko-KR" altLang="en-US" sz="3600">
                <a:latin typeface="Georgia Pro"/>
                <a:ea typeface="HY중고딕"/>
              </a:rPr>
              <a:t> </a:t>
            </a:r>
            <a:r>
              <a:rPr lang="en-US" altLang="ko-KR" sz="3600">
                <a:latin typeface="Georgia Pro"/>
                <a:ea typeface="HY중고딕"/>
              </a:rPr>
              <a:t>use</a:t>
            </a:r>
            <a:r>
              <a:rPr lang="ko-KR" altLang="en-US" sz="3600">
                <a:latin typeface="Georgia Pro"/>
                <a:ea typeface="HY중고딕"/>
              </a:rPr>
              <a:t> </a:t>
            </a:r>
            <a:r>
              <a:rPr lang="en-US" altLang="ko-KR" sz="3600">
                <a:latin typeface="Georgia Pro"/>
                <a:ea typeface="HY중고딕"/>
              </a:rPr>
              <a:t>Module?</a:t>
            </a:r>
            <a:endParaRPr lang="en-US" altLang="ko-KR" sz="3600"/>
          </a:p>
        </p:txBody>
      </p:sp>
    </p:spTree>
    <p:extLst>
      <p:ext uri="{BB962C8B-B14F-4D97-AF65-F5344CB8AC3E}">
        <p14:creationId xmlns:p14="http://schemas.microsoft.com/office/powerpoint/2010/main" val="320066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C9F0D-7B89-B8D9-2E9B-22BB9AD0320D}"/>
            </a:ext>
          </a:extLst>
        </p:cNvPr>
        <p:cNvGrpSpPr/>
        <p:nvPr/>
      </p:nvGrpSpPr>
      <p:grpSpPr>
        <a:xfrm>
          <a:off x="0" y="0"/>
          <a:ext cx="0" cy="0"/>
          <a:chOff x="0" y="0"/>
          <a:chExt cx="0" cy="0"/>
        </a:xfrm>
      </p:grpSpPr>
      <p:sp>
        <p:nvSpPr>
          <p:cNvPr id="4" name="내용 개체 틀 2">
            <a:extLst>
              <a:ext uri="{FF2B5EF4-FFF2-40B4-BE49-F238E27FC236}">
                <a16:creationId xmlns:a16="http://schemas.microsoft.com/office/drawing/2014/main" id="{55E26122-2FC7-DB80-C0A4-B0710069A0CF}"/>
              </a:ext>
            </a:extLst>
          </p:cNvPr>
          <p:cNvSpPr txBox="1">
            <a:spLocks/>
          </p:cNvSpPr>
          <p:nvPr/>
        </p:nvSpPr>
        <p:spPr>
          <a:xfrm>
            <a:off x="1511534" y="2150840"/>
            <a:ext cx="1660634" cy="945071"/>
          </a:xfrm>
          <a:prstGeom prst="rect">
            <a:avLst/>
          </a:prstGeom>
          <a:ln w="57150">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lgn="ctr">
              <a:buNone/>
            </a:pPr>
            <a:r>
              <a:rPr lang="en-US" altLang="ko-KR" sz="2000">
                <a:latin typeface="Georgia Pro"/>
                <a:ea typeface="HY중고딕"/>
              </a:rPr>
              <a:t>Module1 </a:t>
            </a:r>
            <a:endParaRPr lang="en-US" sz="2000"/>
          </a:p>
          <a:p>
            <a:pPr marL="0" indent="0">
              <a:buNone/>
            </a:pPr>
            <a:endParaRPr lang="en-US" altLang="ko-KR" sz="2000"/>
          </a:p>
        </p:txBody>
      </p:sp>
      <p:sp>
        <p:nvSpPr>
          <p:cNvPr id="5" name="내용 개체 틀 2">
            <a:extLst>
              <a:ext uri="{FF2B5EF4-FFF2-40B4-BE49-F238E27FC236}">
                <a16:creationId xmlns:a16="http://schemas.microsoft.com/office/drawing/2014/main" id="{6E9D714F-5E31-D8EE-FAE8-98E8C727AB15}"/>
              </a:ext>
            </a:extLst>
          </p:cNvPr>
          <p:cNvSpPr txBox="1">
            <a:spLocks/>
          </p:cNvSpPr>
          <p:nvPr/>
        </p:nvSpPr>
        <p:spPr>
          <a:xfrm>
            <a:off x="3744981" y="2150839"/>
            <a:ext cx="1660634" cy="945071"/>
          </a:xfrm>
          <a:prstGeom prst="rect">
            <a:avLst/>
          </a:prstGeom>
          <a:ln w="57150">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lgn="ctr">
              <a:buNone/>
            </a:pPr>
            <a:r>
              <a:rPr lang="en-US" altLang="ko-KR" sz="2000">
                <a:latin typeface="Georgia Pro"/>
                <a:ea typeface="HY중고딕"/>
              </a:rPr>
              <a:t>Module2 </a:t>
            </a:r>
            <a:endParaRPr lang="en-US" sz="2000"/>
          </a:p>
          <a:p>
            <a:pPr marL="0" indent="0">
              <a:buNone/>
            </a:pPr>
            <a:endParaRPr lang="en-US" altLang="ko-KR" sz="2000"/>
          </a:p>
        </p:txBody>
      </p:sp>
      <p:sp>
        <p:nvSpPr>
          <p:cNvPr id="7" name="내용 개체 틀 2">
            <a:extLst>
              <a:ext uri="{FF2B5EF4-FFF2-40B4-BE49-F238E27FC236}">
                <a16:creationId xmlns:a16="http://schemas.microsoft.com/office/drawing/2014/main" id="{B484C8CC-2AE4-8B57-608C-48C61A955F7E}"/>
              </a:ext>
            </a:extLst>
          </p:cNvPr>
          <p:cNvSpPr txBox="1">
            <a:spLocks/>
          </p:cNvSpPr>
          <p:nvPr/>
        </p:nvSpPr>
        <p:spPr>
          <a:xfrm>
            <a:off x="6153601" y="2150838"/>
            <a:ext cx="1660634" cy="945071"/>
          </a:xfrm>
          <a:prstGeom prst="rect">
            <a:avLst/>
          </a:prstGeom>
          <a:ln w="57150">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lgn="ctr">
              <a:buNone/>
            </a:pPr>
            <a:r>
              <a:rPr lang="en-US" altLang="ko-KR" sz="2000">
                <a:latin typeface="Georgia Pro"/>
                <a:ea typeface="HY중고딕"/>
              </a:rPr>
              <a:t>Module3 </a:t>
            </a:r>
            <a:endParaRPr lang="en-US" sz="2000"/>
          </a:p>
          <a:p>
            <a:pPr marL="0" indent="0">
              <a:buNone/>
            </a:pPr>
            <a:endParaRPr lang="en-US" altLang="ko-KR" sz="2000"/>
          </a:p>
        </p:txBody>
      </p:sp>
      <p:sp>
        <p:nvSpPr>
          <p:cNvPr id="8" name="내용 개체 틀 2">
            <a:extLst>
              <a:ext uri="{FF2B5EF4-FFF2-40B4-BE49-F238E27FC236}">
                <a16:creationId xmlns:a16="http://schemas.microsoft.com/office/drawing/2014/main" id="{1156FC7A-BB99-4F15-9168-61AF2071498B}"/>
              </a:ext>
            </a:extLst>
          </p:cNvPr>
          <p:cNvSpPr txBox="1">
            <a:spLocks/>
          </p:cNvSpPr>
          <p:nvPr/>
        </p:nvSpPr>
        <p:spPr>
          <a:xfrm>
            <a:off x="8457117" y="2150837"/>
            <a:ext cx="1660634" cy="945071"/>
          </a:xfrm>
          <a:prstGeom prst="rect">
            <a:avLst/>
          </a:prstGeom>
          <a:ln w="57150">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lgn="ctr">
              <a:buNone/>
            </a:pPr>
            <a:r>
              <a:rPr lang="en-US" altLang="ko-KR" sz="2000">
                <a:latin typeface="Georgia Pro"/>
                <a:ea typeface="HY중고딕"/>
              </a:rPr>
              <a:t>Module4 </a:t>
            </a:r>
            <a:endParaRPr lang="en-US" sz="2000"/>
          </a:p>
          <a:p>
            <a:pPr marL="0" indent="0">
              <a:buNone/>
            </a:pPr>
            <a:endParaRPr lang="en-US" altLang="ko-KR" sz="2000"/>
          </a:p>
        </p:txBody>
      </p:sp>
      <p:sp>
        <p:nvSpPr>
          <p:cNvPr id="10" name="내용 개체 틀 2">
            <a:extLst>
              <a:ext uri="{FF2B5EF4-FFF2-40B4-BE49-F238E27FC236}">
                <a16:creationId xmlns:a16="http://schemas.microsoft.com/office/drawing/2014/main" id="{93046FA8-71A6-21AC-A859-A7AC7A0B6F54}"/>
              </a:ext>
            </a:extLst>
          </p:cNvPr>
          <p:cNvSpPr txBox="1">
            <a:spLocks/>
          </p:cNvSpPr>
          <p:nvPr/>
        </p:nvSpPr>
        <p:spPr>
          <a:xfrm>
            <a:off x="2183646" y="4186672"/>
            <a:ext cx="2413876" cy="1322298"/>
          </a:xfrm>
          <a:prstGeom prst="rect">
            <a:avLst/>
          </a:prstGeom>
          <a:ln w="57150">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lgn="ctr">
              <a:buNone/>
            </a:pPr>
            <a:r>
              <a:rPr lang="en-US" altLang="ko-KR" sz="2000" err="1">
                <a:latin typeface="Georgia Pro"/>
                <a:ea typeface="HY중고딕"/>
              </a:rPr>
              <a:t>FParticleBase</a:t>
            </a:r>
            <a:endParaRPr lang="en-US" altLang="ko-KR" sz="2000"/>
          </a:p>
          <a:p>
            <a:pPr marL="0" indent="0">
              <a:buNone/>
            </a:pPr>
            <a:endParaRPr lang="en-US" altLang="ko-KR" sz="2000"/>
          </a:p>
        </p:txBody>
      </p:sp>
      <p:sp>
        <p:nvSpPr>
          <p:cNvPr id="11" name="내용 개체 틀 2">
            <a:extLst>
              <a:ext uri="{FF2B5EF4-FFF2-40B4-BE49-F238E27FC236}">
                <a16:creationId xmlns:a16="http://schemas.microsoft.com/office/drawing/2014/main" id="{81EA33A8-7BD4-79CB-092B-A7EFC2EDE68A}"/>
              </a:ext>
            </a:extLst>
          </p:cNvPr>
          <p:cNvSpPr txBox="1">
            <a:spLocks/>
          </p:cNvSpPr>
          <p:nvPr/>
        </p:nvSpPr>
        <p:spPr>
          <a:xfrm>
            <a:off x="4592266" y="4186671"/>
            <a:ext cx="1783256" cy="1322298"/>
          </a:xfrm>
          <a:prstGeom prst="rect">
            <a:avLst/>
          </a:prstGeom>
          <a:ln w="57150">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lgn="ctr">
              <a:buNone/>
            </a:pPr>
            <a:r>
              <a:rPr lang="en-US" altLang="ko-KR" sz="2000">
                <a:latin typeface="Georgia Pro"/>
                <a:ea typeface="HY중고딕"/>
              </a:rPr>
              <a:t>Module1 Payload</a:t>
            </a:r>
            <a:endParaRPr lang="en-US" altLang="ko-KR" sz="2000" err="1"/>
          </a:p>
          <a:p>
            <a:pPr marL="0" indent="0">
              <a:buNone/>
            </a:pPr>
            <a:endParaRPr lang="en-US" altLang="ko-KR" sz="2000"/>
          </a:p>
        </p:txBody>
      </p:sp>
      <p:sp>
        <p:nvSpPr>
          <p:cNvPr id="12" name="내용 개체 틀 2">
            <a:extLst>
              <a:ext uri="{FF2B5EF4-FFF2-40B4-BE49-F238E27FC236}">
                <a16:creationId xmlns:a16="http://schemas.microsoft.com/office/drawing/2014/main" id="{4CC32790-E393-AB27-B51A-22936F88BA83}"/>
              </a:ext>
            </a:extLst>
          </p:cNvPr>
          <p:cNvSpPr txBox="1">
            <a:spLocks/>
          </p:cNvSpPr>
          <p:nvPr/>
        </p:nvSpPr>
        <p:spPr>
          <a:xfrm>
            <a:off x="6370266" y="4186670"/>
            <a:ext cx="1660635" cy="1322298"/>
          </a:xfrm>
          <a:prstGeom prst="rect">
            <a:avLst/>
          </a:prstGeom>
          <a:ln w="57150">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lgn="ctr">
              <a:buNone/>
            </a:pPr>
            <a:r>
              <a:rPr lang="en-US" altLang="ko-KR" sz="2000">
                <a:latin typeface="Georgia Pro"/>
                <a:ea typeface="HY중고딕"/>
              </a:rPr>
              <a:t>Module2 Payload</a:t>
            </a:r>
            <a:endParaRPr lang="en-US" altLang="ko-KR" sz="2000"/>
          </a:p>
          <a:p>
            <a:pPr marL="0" indent="0">
              <a:buNone/>
            </a:pPr>
            <a:endParaRPr lang="en-US" altLang="ko-KR" sz="2000"/>
          </a:p>
        </p:txBody>
      </p:sp>
      <p:sp>
        <p:nvSpPr>
          <p:cNvPr id="13" name="내용 개체 틀 2">
            <a:extLst>
              <a:ext uri="{FF2B5EF4-FFF2-40B4-BE49-F238E27FC236}">
                <a16:creationId xmlns:a16="http://schemas.microsoft.com/office/drawing/2014/main" id="{BC5E592C-3B4D-B5F8-CF37-4D7C53D12766}"/>
              </a:ext>
            </a:extLst>
          </p:cNvPr>
          <p:cNvSpPr txBox="1">
            <a:spLocks/>
          </p:cNvSpPr>
          <p:nvPr/>
        </p:nvSpPr>
        <p:spPr>
          <a:xfrm>
            <a:off x="7999370" y="4186669"/>
            <a:ext cx="1660633" cy="1322298"/>
          </a:xfrm>
          <a:prstGeom prst="rect">
            <a:avLst/>
          </a:prstGeom>
          <a:ln w="57150">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lgn="ctr">
              <a:buNone/>
            </a:pPr>
            <a:r>
              <a:rPr lang="en-US" altLang="ko-KR" sz="2000">
                <a:latin typeface="Georgia Pro"/>
                <a:ea typeface="HY중고딕"/>
              </a:rPr>
              <a:t>Module4 Payload</a:t>
            </a:r>
            <a:endParaRPr lang="en-US" altLang="ko-KR" sz="2000"/>
          </a:p>
          <a:p>
            <a:pPr marL="0" indent="0">
              <a:buNone/>
            </a:pPr>
            <a:endParaRPr lang="en-US" altLang="ko-KR" sz="2000"/>
          </a:p>
        </p:txBody>
      </p:sp>
      <p:cxnSp>
        <p:nvCxnSpPr>
          <p:cNvPr id="14" name="Straight Arrow Connector 13">
            <a:extLst>
              <a:ext uri="{FF2B5EF4-FFF2-40B4-BE49-F238E27FC236}">
                <a16:creationId xmlns:a16="http://schemas.microsoft.com/office/drawing/2014/main" id="{5AE8B833-0A0F-5754-7210-1EADD24A2614}"/>
              </a:ext>
            </a:extLst>
          </p:cNvPr>
          <p:cNvCxnSpPr/>
          <p:nvPr/>
        </p:nvCxnSpPr>
        <p:spPr>
          <a:xfrm>
            <a:off x="3034534" y="3110076"/>
            <a:ext cx="1532759" cy="1042276"/>
          </a:xfrm>
          <a:prstGeom prst="straightConnector1">
            <a:avLst/>
          </a:prstGeom>
          <a:ln>
            <a:solidFill>
              <a:srgbClr val="C8AA6E"/>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0D684BB-0410-95E4-8742-EC52E45977FB}"/>
              </a:ext>
            </a:extLst>
          </p:cNvPr>
          <p:cNvCxnSpPr>
            <a:cxnSpLocks/>
          </p:cNvCxnSpPr>
          <p:nvPr/>
        </p:nvCxnSpPr>
        <p:spPr>
          <a:xfrm>
            <a:off x="5241705" y="3110076"/>
            <a:ext cx="1094829" cy="1024758"/>
          </a:xfrm>
          <a:prstGeom prst="straightConnector1">
            <a:avLst/>
          </a:prstGeom>
          <a:ln>
            <a:solidFill>
              <a:srgbClr val="C8AA6E"/>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50995FF-C9DA-2818-5C21-CFBB07054993}"/>
              </a:ext>
            </a:extLst>
          </p:cNvPr>
          <p:cNvCxnSpPr>
            <a:cxnSpLocks/>
            <a:stCxn id="8" idx="2"/>
          </p:cNvCxnSpPr>
          <p:nvPr/>
        </p:nvCxnSpPr>
        <p:spPr>
          <a:xfrm flipH="1">
            <a:off x="8026947" y="3095908"/>
            <a:ext cx="1260487" cy="1056444"/>
          </a:xfrm>
          <a:prstGeom prst="straightConnector1">
            <a:avLst/>
          </a:prstGeom>
          <a:ln>
            <a:solidFill>
              <a:srgbClr val="C8AA6E"/>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F8CA4FE-2B61-545F-FB1A-1528840213FD}"/>
              </a:ext>
            </a:extLst>
          </p:cNvPr>
          <p:cNvCxnSpPr/>
          <p:nvPr/>
        </p:nvCxnSpPr>
        <p:spPr>
          <a:xfrm flipV="1">
            <a:off x="2184181" y="5644850"/>
            <a:ext cx="8986346" cy="17519"/>
          </a:xfrm>
          <a:prstGeom prst="straightConnector1">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내용 개체 틀 2">
            <a:extLst>
              <a:ext uri="{FF2B5EF4-FFF2-40B4-BE49-F238E27FC236}">
                <a16:creationId xmlns:a16="http://schemas.microsoft.com/office/drawing/2014/main" id="{F6B7A3A9-4926-B7EC-BC9F-9F86A00C245E}"/>
              </a:ext>
            </a:extLst>
          </p:cNvPr>
          <p:cNvSpPr txBox="1">
            <a:spLocks/>
          </p:cNvSpPr>
          <p:nvPr/>
        </p:nvSpPr>
        <p:spPr>
          <a:xfrm>
            <a:off x="5377040" y="5697401"/>
            <a:ext cx="2413879" cy="790011"/>
          </a:xfrm>
          <a:prstGeom prst="rect">
            <a:avLst/>
          </a:prstGeom>
          <a:ln w="57150">
            <a:no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altLang="ko-KR" sz="2000"/>
          </a:p>
          <a:p>
            <a:pPr marL="0" indent="0" algn="ctr">
              <a:buNone/>
            </a:pPr>
            <a:r>
              <a:rPr lang="en-US" altLang="ko-KR" sz="2000">
                <a:solidFill>
                  <a:srgbClr val="FF0000"/>
                </a:solidFill>
                <a:latin typeface="Georgia Pro"/>
                <a:ea typeface="HY중고딕"/>
              </a:rPr>
              <a:t>Particle Stride</a:t>
            </a:r>
            <a:endParaRPr lang="en-US" altLang="ko-KR" sz="2000">
              <a:solidFill>
                <a:srgbClr val="FF0000"/>
              </a:solidFill>
            </a:endParaRPr>
          </a:p>
          <a:p>
            <a:pPr marL="0" indent="0" algn="ctr">
              <a:buNone/>
            </a:pPr>
            <a:endParaRPr lang="en-US" altLang="ko-KR" sz="2000"/>
          </a:p>
        </p:txBody>
      </p:sp>
      <p:sp>
        <p:nvSpPr>
          <p:cNvPr id="22" name="내용 개체 틀 2">
            <a:extLst>
              <a:ext uri="{FF2B5EF4-FFF2-40B4-BE49-F238E27FC236}">
                <a16:creationId xmlns:a16="http://schemas.microsoft.com/office/drawing/2014/main" id="{59CE48BB-F168-A6E8-161A-B6726A57AFB2}"/>
              </a:ext>
            </a:extLst>
          </p:cNvPr>
          <p:cNvSpPr txBox="1">
            <a:spLocks/>
          </p:cNvSpPr>
          <p:nvPr/>
        </p:nvSpPr>
        <p:spPr>
          <a:xfrm>
            <a:off x="9654746" y="4186668"/>
            <a:ext cx="1511739" cy="1322298"/>
          </a:xfrm>
          <a:prstGeom prst="rect">
            <a:avLst/>
          </a:prstGeom>
          <a:ln w="57150">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buNone/>
            </a:pPr>
            <a:r>
              <a:rPr lang="en-US" altLang="ko-KR" sz="2000">
                <a:latin typeface="Georgia Pro"/>
                <a:ea typeface="HY중고딕"/>
              </a:rPr>
              <a:t>Padding</a:t>
            </a:r>
            <a:endParaRPr lang="en-US" sz="2000"/>
          </a:p>
          <a:p>
            <a:pPr marL="0" indent="0">
              <a:buNone/>
            </a:pPr>
            <a:endParaRPr lang="en-US" altLang="ko-KR" sz="2000"/>
          </a:p>
        </p:txBody>
      </p:sp>
      <p:sp>
        <p:nvSpPr>
          <p:cNvPr id="25" name="TextBox 24">
            <a:extLst>
              <a:ext uri="{FF2B5EF4-FFF2-40B4-BE49-F238E27FC236}">
                <a16:creationId xmlns:a16="http://schemas.microsoft.com/office/drawing/2014/main" id="{B1850D53-ACDF-0026-639E-DAF30B63B6D1}"/>
              </a:ext>
            </a:extLst>
          </p:cNvPr>
          <p:cNvSpPr txBox="1"/>
          <p:nvPr/>
        </p:nvSpPr>
        <p:spPr>
          <a:xfrm>
            <a:off x="796159" y="4663151"/>
            <a:ext cx="1226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a:solidFill>
                  <a:schemeClr val="bg1">
                    <a:lumMod val="50000"/>
                  </a:schemeClr>
                </a:solidFill>
                <a:latin typeface="Georgia Pro" panose="02040502050405020303" pitchFamily="18" charset="0"/>
                <a:ea typeface="맑은 고딕"/>
              </a:rPr>
              <a:t>Memory</a:t>
            </a:r>
          </a:p>
        </p:txBody>
      </p:sp>
      <p:sp>
        <p:nvSpPr>
          <p:cNvPr id="3" name="직사각형 2">
            <a:extLst>
              <a:ext uri="{FF2B5EF4-FFF2-40B4-BE49-F238E27FC236}">
                <a16:creationId xmlns:a16="http://schemas.microsoft.com/office/drawing/2014/main" id="{426C9669-2B44-6CBF-8E07-D2B1BB900B6D}"/>
              </a:ext>
            </a:extLst>
          </p:cNvPr>
          <p:cNvSpPr/>
          <p:nvPr/>
        </p:nvSpPr>
        <p:spPr>
          <a:xfrm>
            <a:off x="0" y="1"/>
            <a:ext cx="95250" cy="6858000"/>
          </a:xfrm>
          <a:prstGeom prst="rect">
            <a:avLst/>
          </a:prstGeom>
          <a:solidFill>
            <a:srgbClr val="C8A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TextBox 25">
            <a:extLst>
              <a:ext uri="{FF2B5EF4-FFF2-40B4-BE49-F238E27FC236}">
                <a16:creationId xmlns:a16="http://schemas.microsoft.com/office/drawing/2014/main" id="{ABCF7F1E-F90A-730D-5FB7-EFFB62BAF29C}"/>
              </a:ext>
            </a:extLst>
          </p:cNvPr>
          <p:cNvSpPr txBox="1"/>
          <p:nvPr/>
        </p:nvSpPr>
        <p:spPr>
          <a:xfrm>
            <a:off x="2780536" y="3768852"/>
            <a:ext cx="1226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lumMod val="50000"/>
                  </a:schemeClr>
                </a:solidFill>
                <a:latin typeface="Georgia Pro" panose="02040502050405020303" pitchFamily="18" charset="0"/>
                <a:ea typeface="맑은 고딕"/>
              </a:rPr>
              <a:t>0x1100</a:t>
            </a:r>
          </a:p>
        </p:txBody>
      </p:sp>
      <p:sp>
        <p:nvSpPr>
          <p:cNvPr id="28" name="TextBox 27">
            <a:extLst>
              <a:ext uri="{FF2B5EF4-FFF2-40B4-BE49-F238E27FC236}">
                <a16:creationId xmlns:a16="http://schemas.microsoft.com/office/drawing/2014/main" id="{4C730E27-B1CA-CE6D-7CB6-9071626A1907}"/>
              </a:ext>
            </a:extLst>
          </p:cNvPr>
          <p:cNvSpPr txBox="1"/>
          <p:nvPr/>
        </p:nvSpPr>
        <p:spPr>
          <a:xfrm>
            <a:off x="4980047" y="3768852"/>
            <a:ext cx="1226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lumMod val="50000"/>
                  </a:schemeClr>
                </a:solidFill>
                <a:latin typeface="Georgia Pro" panose="02040502050405020303" pitchFamily="18" charset="0"/>
                <a:ea typeface="맑은 고딕"/>
              </a:rPr>
              <a:t>0x11f0</a:t>
            </a:r>
          </a:p>
        </p:txBody>
      </p:sp>
      <p:sp>
        <p:nvSpPr>
          <p:cNvPr id="29" name="TextBox 28">
            <a:extLst>
              <a:ext uri="{FF2B5EF4-FFF2-40B4-BE49-F238E27FC236}">
                <a16:creationId xmlns:a16="http://schemas.microsoft.com/office/drawing/2014/main" id="{4E3C93C9-BB23-B0E7-E4B5-083193C98330}"/>
              </a:ext>
            </a:extLst>
          </p:cNvPr>
          <p:cNvSpPr txBox="1"/>
          <p:nvPr/>
        </p:nvSpPr>
        <p:spPr>
          <a:xfrm>
            <a:off x="8216583" y="3768852"/>
            <a:ext cx="1226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lumMod val="50000"/>
                  </a:schemeClr>
                </a:solidFill>
                <a:latin typeface="Georgia Pro" panose="02040502050405020303" pitchFamily="18" charset="0"/>
                <a:ea typeface="맑은 고딕"/>
              </a:rPr>
              <a:t>0x12f0</a:t>
            </a:r>
          </a:p>
        </p:txBody>
      </p:sp>
      <p:sp>
        <p:nvSpPr>
          <p:cNvPr id="15" name="제목 1">
            <a:extLst>
              <a:ext uri="{FF2B5EF4-FFF2-40B4-BE49-F238E27FC236}">
                <a16:creationId xmlns:a16="http://schemas.microsoft.com/office/drawing/2014/main" id="{83BC84B3-724B-DF44-7978-7C7D8784F5FC}"/>
              </a:ext>
            </a:extLst>
          </p:cNvPr>
          <p:cNvSpPr txBox="1">
            <a:spLocks/>
          </p:cNvSpPr>
          <p:nvPr/>
        </p:nvSpPr>
        <p:spPr>
          <a:xfrm>
            <a:off x="385370" y="87725"/>
            <a:ext cx="7882329"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a:lstStyle>
          <a:p>
            <a:r>
              <a:rPr lang="en-US" altLang="ko-KR" sz="3600">
                <a:latin typeface="Georgia Pro"/>
                <a:ea typeface="HY중고딕"/>
              </a:rPr>
              <a:t>How to manipulate Particles</a:t>
            </a:r>
            <a:endParaRPr lang="en-US" altLang="ko-KR" sz="3600"/>
          </a:p>
        </p:txBody>
      </p:sp>
    </p:spTree>
    <p:extLst>
      <p:ext uri="{BB962C8B-B14F-4D97-AF65-F5344CB8AC3E}">
        <p14:creationId xmlns:p14="http://schemas.microsoft.com/office/powerpoint/2010/main" val="4226322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81C42-A588-D35C-3956-461B4C197513}"/>
            </a:ext>
          </a:extLst>
        </p:cNvPr>
        <p:cNvGrpSpPr/>
        <p:nvPr/>
      </p:nvGrpSpPr>
      <p:grpSpPr>
        <a:xfrm>
          <a:off x="0" y="0"/>
          <a:ext cx="0" cy="0"/>
          <a:chOff x="0" y="0"/>
          <a:chExt cx="0" cy="0"/>
        </a:xfrm>
      </p:grpSpPr>
      <p:sp>
        <p:nvSpPr>
          <p:cNvPr id="4" name="내용 개체 틀 2">
            <a:extLst>
              <a:ext uri="{FF2B5EF4-FFF2-40B4-BE49-F238E27FC236}">
                <a16:creationId xmlns:a16="http://schemas.microsoft.com/office/drawing/2014/main" id="{E8C92577-927C-6599-E1C1-7B99DD0E875C}"/>
              </a:ext>
            </a:extLst>
          </p:cNvPr>
          <p:cNvSpPr txBox="1">
            <a:spLocks/>
          </p:cNvSpPr>
          <p:nvPr/>
        </p:nvSpPr>
        <p:spPr>
          <a:xfrm>
            <a:off x="2025884" y="1914525"/>
            <a:ext cx="1660634" cy="926024"/>
          </a:xfrm>
          <a:prstGeom prst="rect">
            <a:avLst/>
          </a:prstGeom>
          <a:ln w="57150">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lgn="ctr">
              <a:buNone/>
            </a:pPr>
            <a:r>
              <a:rPr lang="en-US" altLang="ko-KR" sz="2000">
                <a:latin typeface="Georgia Pro"/>
                <a:ea typeface="HY중고딕"/>
              </a:rPr>
              <a:t>Module1 </a:t>
            </a:r>
            <a:endParaRPr lang="en-US" sz="2000"/>
          </a:p>
          <a:p>
            <a:pPr marL="0" indent="0">
              <a:buNone/>
            </a:pPr>
            <a:endParaRPr lang="en-US" altLang="ko-KR" sz="2000"/>
          </a:p>
        </p:txBody>
      </p:sp>
      <p:sp>
        <p:nvSpPr>
          <p:cNvPr id="5" name="내용 개체 틀 2">
            <a:extLst>
              <a:ext uri="{FF2B5EF4-FFF2-40B4-BE49-F238E27FC236}">
                <a16:creationId xmlns:a16="http://schemas.microsoft.com/office/drawing/2014/main" id="{36C4F453-9C45-A42D-6DBB-89C7C1FF0F7E}"/>
              </a:ext>
            </a:extLst>
          </p:cNvPr>
          <p:cNvSpPr txBox="1">
            <a:spLocks/>
          </p:cNvSpPr>
          <p:nvPr/>
        </p:nvSpPr>
        <p:spPr>
          <a:xfrm>
            <a:off x="4259331" y="1914524"/>
            <a:ext cx="1660634" cy="926024"/>
          </a:xfrm>
          <a:prstGeom prst="rect">
            <a:avLst/>
          </a:prstGeom>
          <a:ln w="57150">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lgn="ctr">
              <a:buNone/>
            </a:pPr>
            <a:r>
              <a:rPr lang="en-US" altLang="ko-KR" sz="2000">
                <a:latin typeface="Georgia Pro"/>
                <a:ea typeface="HY중고딕"/>
              </a:rPr>
              <a:t>Module2 </a:t>
            </a:r>
            <a:endParaRPr lang="en-US" sz="2000"/>
          </a:p>
          <a:p>
            <a:pPr marL="0" indent="0">
              <a:buNone/>
            </a:pPr>
            <a:endParaRPr lang="en-US" altLang="ko-KR" sz="2000"/>
          </a:p>
        </p:txBody>
      </p:sp>
      <p:sp>
        <p:nvSpPr>
          <p:cNvPr id="7" name="내용 개체 틀 2">
            <a:extLst>
              <a:ext uri="{FF2B5EF4-FFF2-40B4-BE49-F238E27FC236}">
                <a16:creationId xmlns:a16="http://schemas.microsoft.com/office/drawing/2014/main" id="{CC311FFE-DD67-8D87-F54C-E27448E66BFD}"/>
              </a:ext>
            </a:extLst>
          </p:cNvPr>
          <p:cNvSpPr txBox="1">
            <a:spLocks/>
          </p:cNvSpPr>
          <p:nvPr/>
        </p:nvSpPr>
        <p:spPr>
          <a:xfrm>
            <a:off x="6667951" y="1914523"/>
            <a:ext cx="1660634" cy="926024"/>
          </a:xfrm>
          <a:prstGeom prst="rect">
            <a:avLst/>
          </a:prstGeom>
          <a:ln w="57150">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lgn="ctr">
              <a:buNone/>
            </a:pPr>
            <a:r>
              <a:rPr lang="en-US" altLang="ko-KR" sz="2000">
                <a:latin typeface="Georgia Pro"/>
                <a:ea typeface="HY중고딕"/>
              </a:rPr>
              <a:t>Module3 </a:t>
            </a:r>
            <a:endParaRPr lang="en-US" sz="2000"/>
          </a:p>
          <a:p>
            <a:pPr marL="0" indent="0">
              <a:buNone/>
            </a:pPr>
            <a:endParaRPr lang="en-US" altLang="ko-KR" sz="2000"/>
          </a:p>
        </p:txBody>
      </p:sp>
      <p:sp>
        <p:nvSpPr>
          <p:cNvPr id="8" name="내용 개체 틀 2">
            <a:extLst>
              <a:ext uri="{FF2B5EF4-FFF2-40B4-BE49-F238E27FC236}">
                <a16:creationId xmlns:a16="http://schemas.microsoft.com/office/drawing/2014/main" id="{1F5C9D86-B742-445C-F493-F57D0B246357}"/>
              </a:ext>
            </a:extLst>
          </p:cNvPr>
          <p:cNvSpPr txBox="1">
            <a:spLocks/>
          </p:cNvSpPr>
          <p:nvPr/>
        </p:nvSpPr>
        <p:spPr>
          <a:xfrm>
            <a:off x="8971467" y="1914522"/>
            <a:ext cx="1660634" cy="926024"/>
          </a:xfrm>
          <a:prstGeom prst="rect">
            <a:avLst/>
          </a:prstGeom>
          <a:ln w="57150">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lgn="ctr">
              <a:buNone/>
            </a:pPr>
            <a:r>
              <a:rPr lang="en-US" altLang="ko-KR" sz="2000">
                <a:latin typeface="Georgia Pro"/>
                <a:ea typeface="HY중고딕"/>
              </a:rPr>
              <a:t>Module4 </a:t>
            </a:r>
            <a:endParaRPr lang="en-US" sz="2000"/>
          </a:p>
          <a:p>
            <a:pPr marL="0" indent="0">
              <a:buNone/>
            </a:pPr>
            <a:endParaRPr lang="en-US" altLang="ko-KR" sz="2000"/>
          </a:p>
        </p:txBody>
      </p:sp>
      <p:cxnSp>
        <p:nvCxnSpPr>
          <p:cNvPr id="14" name="Straight Arrow Connector 13">
            <a:extLst>
              <a:ext uri="{FF2B5EF4-FFF2-40B4-BE49-F238E27FC236}">
                <a16:creationId xmlns:a16="http://schemas.microsoft.com/office/drawing/2014/main" id="{E66C5F65-7034-87C4-5580-89520B7F4262}"/>
              </a:ext>
            </a:extLst>
          </p:cNvPr>
          <p:cNvCxnSpPr/>
          <p:nvPr/>
        </p:nvCxnSpPr>
        <p:spPr>
          <a:xfrm>
            <a:off x="2894286" y="2850273"/>
            <a:ext cx="945931" cy="1462689"/>
          </a:xfrm>
          <a:prstGeom prst="straightConnector1">
            <a:avLst/>
          </a:prstGeom>
          <a:ln>
            <a:solidFill>
              <a:srgbClr val="C8AA6E"/>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1D233D-B722-F213-2D75-A2C306E9F670}"/>
              </a:ext>
            </a:extLst>
          </p:cNvPr>
          <p:cNvCxnSpPr>
            <a:cxnSpLocks/>
          </p:cNvCxnSpPr>
          <p:nvPr/>
        </p:nvCxnSpPr>
        <p:spPr>
          <a:xfrm>
            <a:off x="5118975" y="2841515"/>
            <a:ext cx="8759" cy="1515239"/>
          </a:xfrm>
          <a:prstGeom prst="straightConnector1">
            <a:avLst/>
          </a:prstGeom>
          <a:ln>
            <a:solidFill>
              <a:srgbClr val="C8AA6E"/>
            </a:solidFill>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8ECDE1C5-45A6-011C-F1FB-408AF61AF77E}"/>
              </a:ext>
            </a:extLst>
          </p:cNvPr>
          <p:cNvCxnSpPr>
            <a:cxnSpLocks/>
          </p:cNvCxnSpPr>
          <p:nvPr/>
        </p:nvCxnSpPr>
        <p:spPr>
          <a:xfrm>
            <a:off x="7492559" y="2823997"/>
            <a:ext cx="8757" cy="1515239"/>
          </a:xfrm>
          <a:prstGeom prst="straightConnector1">
            <a:avLst/>
          </a:prstGeom>
          <a:ln>
            <a:solidFill>
              <a:srgbClr val="C8AA6E"/>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ABDCC1C-F556-3BD1-5A7A-72D8832274EF}"/>
              </a:ext>
            </a:extLst>
          </p:cNvPr>
          <p:cNvSpPr txBox="1"/>
          <p:nvPr/>
        </p:nvSpPr>
        <p:spPr>
          <a:xfrm>
            <a:off x="1142562" y="4829722"/>
            <a:ext cx="1226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lumMod val="50000"/>
                  </a:schemeClr>
                </a:solidFill>
                <a:latin typeface="Georgia Pro" panose="02040502050405020303" pitchFamily="18" charset="0"/>
                <a:ea typeface="맑은 고딕"/>
              </a:rPr>
              <a:t>Memory</a:t>
            </a:r>
          </a:p>
        </p:txBody>
      </p:sp>
      <p:sp>
        <p:nvSpPr>
          <p:cNvPr id="16" name="내용 개체 틀 2">
            <a:extLst>
              <a:ext uri="{FF2B5EF4-FFF2-40B4-BE49-F238E27FC236}">
                <a16:creationId xmlns:a16="http://schemas.microsoft.com/office/drawing/2014/main" id="{A5B26310-3DA7-5D0A-9E21-664FC5FDEA00}"/>
              </a:ext>
            </a:extLst>
          </p:cNvPr>
          <p:cNvSpPr txBox="1">
            <a:spLocks/>
          </p:cNvSpPr>
          <p:nvPr/>
        </p:nvSpPr>
        <p:spPr>
          <a:xfrm>
            <a:off x="2367468" y="4356042"/>
            <a:ext cx="8676289" cy="1322298"/>
          </a:xfrm>
          <a:prstGeom prst="rect">
            <a:avLst/>
          </a:prstGeom>
          <a:ln w="57150">
            <a:solidFill>
              <a:srgbClr val="C8AA6E"/>
            </a:solidFill>
          </a:ln>
        </p:spPr>
        <p:txBody>
          <a:bodyPr vert="horz" lIns="91440" tIns="45720" rIns="91440" bIns="45720" rtlCol="0" anchor="t">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a:latin typeface="Georgia Pro"/>
              <a:ea typeface="HY중고딕"/>
            </a:endParaRPr>
          </a:p>
          <a:p>
            <a:pPr marL="0" indent="0" algn="ctr">
              <a:buNone/>
            </a:pPr>
            <a:endParaRPr lang="en-US" altLang="ko-KR"/>
          </a:p>
          <a:p>
            <a:pPr marL="0" indent="0">
              <a:buNone/>
            </a:pPr>
            <a:endParaRPr lang="en-US" altLang="ko-KR"/>
          </a:p>
        </p:txBody>
      </p:sp>
      <p:sp>
        <p:nvSpPr>
          <p:cNvPr id="34" name="TextBox 33">
            <a:extLst>
              <a:ext uri="{FF2B5EF4-FFF2-40B4-BE49-F238E27FC236}">
                <a16:creationId xmlns:a16="http://schemas.microsoft.com/office/drawing/2014/main" id="{226CC26E-C2AC-F441-D651-D9111E9CE874}"/>
              </a:ext>
            </a:extLst>
          </p:cNvPr>
          <p:cNvSpPr txBox="1"/>
          <p:nvPr/>
        </p:nvSpPr>
        <p:spPr>
          <a:xfrm>
            <a:off x="2815456" y="5845720"/>
            <a:ext cx="77075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chemeClr val="bg1">
                    <a:lumMod val="50000"/>
                  </a:schemeClr>
                </a:solidFill>
                <a:latin typeface="Georgia Pro" panose="02040502050405020303" pitchFamily="18" charset="0"/>
                <a:ea typeface="맑은 고딕"/>
              </a:rPr>
              <a:t>reinterpret_cast</a:t>
            </a:r>
            <a:r>
              <a:rPr lang="en-US">
                <a:solidFill>
                  <a:schemeClr val="bg1">
                    <a:lumMod val="50000"/>
                  </a:schemeClr>
                </a:solidFill>
                <a:latin typeface="Georgia Pro" panose="02040502050405020303" pitchFamily="18" charset="0"/>
                <a:ea typeface="맑은 고딕"/>
              </a:rPr>
              <a:t>&lt;Payload*&gt;(</a:t>
            </a:r>
            <a:r>
              <a:rPr lang="en-US" err="1">
                <a:solidFill>
                  <a:schemeClr val="bg1">
                    <a:lumMod val="50000"/>
                  </a:schemeClr>
                </a:solidFill>
                <a:latin typeface="Georgia Pro" panose="02040502050405020303" pitchFamily="18" charset="0"/>
                <a:ea typeface="맑은 고딕"/>
              </a:rPr>
              <a:t>reinterpret_cast</a:t>
            </a:r>
            <a:r>
              <a:rPr lang="en-US">
                <a:solidFill>
                  <a:schemeClr val="bg1">
                    <a:lumMod val="50000"/>
                  </a:schemeClr>
                </a:solidFill>
                <a:latin typeface="Georgia Pro" panose="02040502050405020303" pitchFamily="18" charset="0"/>
                <a:ea typeface="맑은 고딕"/>
              </a:rPr>
              <a:t>&lt;uint8*&gt;(Particle)+Offset)</a:t>
            </a:r>
          </a:p>
        </p:txBody>
      </p:sp>
      <p:cxnSp>
        <p:nvCxnSpPr>
          <p:cNvPr id="23" name="Straight Arrow Connector 22">
            <a:extLst>
              <a:ext uri="{FF2B5EF4-FFF2-40B4-BE49-F238E27FC236}">
                <a16:creationId xmlns:a16="http://schemas.microsoft.com/office/drawing/2014/main" id="{3220DA77-3F24-C4B4-C087-890D8A97EF0D}"/>
              </a:ext>
            </a:extLst>
          </p:cNvPr>
          <p:cNvCxnSpPr>
            <a:cxnSpLocks/>
          </p:cNvCxnSpPr>
          <p:nvPr/>
        </p:nvCxnSpPr>
        <p:spPr>
          <a:xfrm>
            <a:off x="9793027" y="2832400"/>
            <a:ext cx="8757" cy="1515239"/>
          </a:xfrm>
          <a:prstGeom prst="straightConnector1">
            <a:avLst/>
          </a:prstGeom>
          <a:ln>
            <a:solidFill>
              <a:srgbClr val="C8AA6E"/>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4304281-0CD8-DEE0-74F0-571044AA5014}"/>
              </a:ext>
            </a:extLst>
          </p:cNvPr>
          <p:cNvSpPr txBox="1"/>
          <p:nvPr/>
        </p:nvSpPr>
        <p:spPr>
          <a:xfrm>
            <a:off x="3508484" y="3393306"/>
            <a:ext cx="1226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lumMod val="50000"/>
                  </a:schemeClr>
                </a:solidFill>
                <a:latin typeface="Georgia Pro" panose="02040502050405020303" pitchFamily="18" charset="0"/>
                <a:ea typeface="맑은 고딕"/>
              </a:rPr>
              <a:t>Update</a:t>
            </a:r>
          </a:p>
        </p:txBody>
      </p:sp>
      <p:sp>
        <p:nvSpPr>
          <p:cNvPr id="25" name="TextBox 24">
            <a:extLst>
              <a:ext uri="{FF2B5EF4-FFF2-40B4-BE49-F238E27FC236}">
                <a16:creationId xmlns:a16="http://schemas.microsoft.com/office/drawing/2014/main" id="{D85905B4-E273-52B2-0A02-F142B4B9F5F2}"/>
              </a:ext>
            </a:extLst>
          </p:cNvPr>
          <p:cNvSpPr txBox="1"/>
          <p:nvPr/>
        </p:nvSpPr>
        <p:spPr>
          <a:xfrm>
            <a:off x="5171525" y="3393306"/>
            <a:ext cx="1226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lumMod val="50000"/>
                  </a:schemeClr>
                </a:solidFill>
                <a:latin typeface="Georgia Pro" panose="02040502050405020303" pitchFamily="18" charset="0"/>
                <a:ea typeface="맑은 고딕"/>
              </a:rPr>
              <a:t>Update</a:t>
            </a:r>
          </a:p>
        </p:txBody>
      </p:sp>
      <p:sp>
        <p:nvSpPr>
          <p:cNvPr id="26" name="TextBox 25">
            <a:extLst>
              <a:ext uri="{FF2B5EF4-FFF2-40B4-BE49-F238E27FC236}">
                <a16:creationId xmlns:a16="http://schemas.microsoft.com/office/drawing/2014/main" id="{AF4D1F22-DBA8-B85C-06B0-2A698A1996C8}"/>
              </a:ext>
            </a:extLst>
          </p:cNvPr>
          <p:cNvSpPr txBox="1"/>
          <p:nvPr/>
        </p:nvSpPr>
        <p:spPr>
          <a:xfrm>
            <a:off x="7572482" y="3393306"/>
            <a:ext cx="1226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lumMod val="50000"/>
                  </a:schemeClr>
                </a:solidFill>
                <a:latin typeface="Georgia Pro" panose="02040502050405020303" pitchFamily="18" charset="0"/>
                <a:ea typeface="맑은 고딕"/>
              </a:rPr>
              <a:t>Update</a:t>
            </a:r>
          </a:p>
        </p:txBody>
      </p:sp>
      <p:sp>
        <p:nvSpPr>
          <p:cNvPr id="27" name="TextBox 26">
            <a:extLst>
              <a:ext uri="{FF2B5EF4-FFF2-40B4-BE49-F238E27FC236}">
                <a16:creationId xmlns:a16="http://schemas.microsoft.com/office/drawing/2014/main" id="{8BC0E57D-1039-A351-517A-B3162E6F4207}"/>
              </a:ext>
            </a:extLst>
          </p:cNvPr>
          <p:cNvSpPr txBox="1"/>
          <p:nvPr/>
        </p:nvSpPr>
        <p:spPr>
          <a:xfrm>
            <a:off x="9817552" y="3395712"/>
            <a:ext cx="1226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lumMod val="50000"/>
                  </a:schemeClr>
                </a:solidFill>
                <a:latin typeface="Georgia Pro" panose="02040502050405020303" pitchFamily="18" charset="0"/>
                <a:ea typeface="맑은 고딕"/>
              </a:rPr>
              <a:t>Update</a:t>
            </a:r>
          </a:p>
        </p:txBody>
      </p:sp>
      <p:sp>
        <p:nvSpPr>
          <p:cNvPr id="6" name="직사각형 5">
            <a:extLst>
              <a:ext uri="{FF2B5EF4-FFF2-40B4-BE49-F238E27FC236}">
                <a16:creationId xmlns:a16="http://schemas.microsoft.com/office/drawing/2014/main" id="{99B88F9C-E68B-7A54-26F2-A35D520BDC9D}"/>
              </a:ext>
            </a:extLst>
          </p:cNvPr>
          <p:cNvSpPr/>
          <p:nvPr/>
        </p:nvSpPr>
        <p:spPr>
          <a:xfrm>
            <a:off x="0" y="1"/>
            <a:ext cx="95250" cy="6858000"/>
          </a:xfrm>
          <a:prstGeom prst="rect">
            <a:avLst/>
          </a:prstGeom>
          <a:solidFill>
            <a:srgbClr val="C8A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TextBox 28">
            <a:extLst>
              <a:ext uri="{FF2B5EF4-FFF2-40B4-BE49-F238E27FC236}">
                <a16:creationId xmlns:a16="http://schemas.microsoft.com/office/drawing/2014/main" id="{082373D4-81AE-7412-3143-ACE045279CFA}"/>
              </a:ext>
            </a:extLst>
          </p:cNvPr>
          <p:cNvSpPr txBox="1"/>
          <p:nvPr/>
        </p:nvSpPr>
        <p:spPr>
          <a:xfrm>
            <a:off x="3787664" y="3971377"/>
            <a:ext cx="1226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lumMod val="50000"/>
                  </a:schemeClr>
                </a:solidFill>
                <a:latin typeface="Georgia Pro" panose="02040502050405020303" pitchFamily="18" charset="0"/>
                <a:ea typeface="맑은 고딕"/>
              </a:rPr>
              <a:t>0x1100</a:t>
            </a:r>
          </a:p>
        </p:txBody>
      </p:sp>
      <p:sp>
        <p:nvSpPr>
          <p:cNvPr id="31" name="TextBox 30">
            <a:extLst>
              <a:ext uri="{FF2B5EF4-FFF2-40B4-BE49-F238E27FC236}">
                <a16:creationId xmlns:a16="http://schemas.microsoft.com/office/drawing/2014/main" id="{B8CAB313-9896-54F6-59E1-4F9F1EF5D745}"/>
              </a:ext>
            </a:extLst>
          </p:cNvPr>
          <p:cNvSpPr txBox="1"/>
          <p:nvPr/>
        </p:nvSpPr>
        <p:spPr>
          <a:xfrm>
            <a:off x="5171526" y="3971377"/>
            <a:ext cx="1226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lumMod val="50000"/>
                  </a:schemeClr>
                </a:solidFill>
                <a:latin typeface="Georgia Pro" panose="02040502050405020303" pitchFamily="18" charset="0"/>
                <a:ea typeface="맑은 고딕"/>
              </a:rPr>
              <a:t>0x11f0</a:t>
            </a:r>
          </a:p>
        </p:txBody>
      </p:sp>
      <p:sp>
        <p:nvSpPr>
          <p:cNvPr id="33" name="TextBox 32">
            <a:extLst>
              <a:ext uri="{FF2B5EF4-FFF2-40B4-BE49-F238E27FC236}">
                <a16:creationId xmlns:a16="http://schemas.microsoft.com/office/drawing/2014/main" id="{9AD7E16E-22D4-F28A-477D-A0AF85B40F52}"/>
              </a:ext>
            </a:extLst>
          </p:cNvPr>
          <p:cNvSpPr txBox="1"/>
          <p:nvPr/>
        </p:nvSpPr>
        <p:spPr>
          <a:xfrm>
            <a:off x="9909937" y="3969904"/>
            <a:ext cx="1226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lumMod val="50000"/>
                  </a:schemeClr>
                </a:solidFill>
                <a:latin typeface="Georgia Pro" panose="02040502050405020303" pitchFamily="18" charset="0"/>
                <a:ea typeface="맑은 고딕"/>
              </a:rPr>
              <a:t>0x12f0</a:t>
            </a:r>
          </a:p>
        </p:txBody>
      </p:sp>
      <p:sp>
        <p:nvSpPr>
          <p:cNvPr id="12" name="제목 1">
            <a:extLst>
              <a:ext uri="{FF2B5EF4-FFF2-40B4-BE49-F238E27FC236}">
                <a16:creationId xmlns:a16="http://schemas.microsoft.com/office/drawing/2014/main" id="{61DB7F00-6DA3-D7B9-8336-789BB7C1A1E3}"/>
              </a:ext>
            </a:extLst>
          </p:cNvPr>
          <p:cNvSpPr txBox="1">
            <a:spLocks/>
          </p:cNvSpPr>
          <p:nvPr/>
        </p:nvSpPr>
        <p:spPr>
          <a:xfrm>
            <a:off x="385370" y="87725"/>
            <a:ext cx="7882329"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a:lstStyle>
          <a:p>
            <a:r>
              <a:rPr lang="en-US" altLang="ko-KR" sz="3600">
                <a:latin typeface="Georgia Pro"/>
                <a:ea typeface="HY중고딕"/>
              </a:rPr>
              <a:t>How to manipulate Particles</a:t>
            </a:r>
            <a:endParaRPr lang="en-US" altLang="ko-KR" sz="3600"/>
          </a:p>
        </p:txBody>
      </p:sp>
    </p:spTree>
    <p:extLst>
      <p:ext uri="{BB962C8B-B14F-4D97-AF65-F5344CB8AC3E}">
        <p14:creationId xmlns:p14="http://schemas.microsoft.com/office/powerpoint/2010/main" val="3614376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AD06E-44A5-AA0D-7308-E446EC0DA79E}"/>
            </a:ext>
          </a:extLst>
        </p:cNvPr>
        <p:cNvGrpSpPr/>
        <p:nvPr/>
      </p:nvGrpSpPr>
      <p:grpSpPr>
        <a:xfrm>
          <a:off x="0" y="0"/>
          <a:ext cx="0" cy="0"/>
          <a:chOff x="0" y="0"/>
          <a:chExt cx="0" cy="0"/>
        </a:xfrm>
      </p:grpSpPr>
      <p:pic>
        <p:nvPicPr>
          <p:cNvPr id="4" name="Content Placeholder 3" descr="Tutorial 10 : Transparency">
            <a:extLst>
              <a:ext uri="{FF2B5EF4-FFF2-40B4-BE49-F238E27FC236}">
                <a16:creationId xmlns:a16="http://schemas.microsoft.com/office/drawing/2014/main" id="{1975E16F-C60F-6500-D35D-73DEF6068971}"/>
              </a:ext>
            </a:extLst>
          </p:cNvPr>
          <p:cNvPicPr>
            <a:picLocks noGrp="1" noChangeAspect="1"/>
          </p:cNvPicPr>
          <p:nvPr>
            <p:ph idx="1"/>
          </p:nvPr>
        </p:nvPicPr>
        <p:blipFill>
          <a:blip r:embed="rId3"/>
          <a:srcRect t="17213"/>
          <a:stretch>
            <a:fillRect/>
          </a:stretch>
        </p:blipFill>
        <p:spPr>
          <a:xfrm>
            <a:off x="672171" y="1974543"/>
            <a:ext cx="5434130" cy="2266788"/>
          </a:xfrm>
          <a:prstGeom prst="rect">
            <a:avLst/>
          </a:prstGeom>
        </p:spPr>
      </p:pic>
      <p:sp>
        <p:nvSpPr>
          <p:cNvPr id="7" name="제목 1">
            <a:extLst>
              <a:ext uri="{FF2B5EF4-FFF2-40B4-BE49-F238E27FC236}">
                <a16:creationId xmlns:a16="http://schemas.microsoft.com/office/drawing/2014/main" id="{0BC3C237-EDA7-6ADB-5BEA-73F36524A28B}"/>
              </a:ext>
            </a:extLst>
          </p:cNvPr>
          <p:cNvSpPr txBox="1">
            <a:spLocks/>
          </p:cNvSpPr>
          <p:nvPr/>
        </p:nvSpPr>
        <p:spPr>
          <a:xfrm>
            <a:off x="831468" y="4525186"/>
            <a:ext cx="5264532"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HY중고딕" panose="02030600000101010101" pitchFamily="18" charset="-127"/>
                <a:cs typeface="+mj-cs"/>
              </a:defRPr>
            </a:lvl1pPr>
          </a:lstStyle>
          <a:p>
            <a:pPr algn="ctr"/>
            <a:r>
              <a:rPr lang="en-US" altLang="ko-KR" sz="2400" err="1">
                <a:latin typeface="Georgia Pro"/>
                <a:ea typeface="HY중고딕"/>
              </a:rPr>
              <a:t>C</a:t>
            </a:r>
            <a:r>
              <a:rPr lang="en-US" altLang="ko-KR" sz="2400" baseline="-25000" err="1">
                <a:latin typeface="Georgia Pro"/>
                <a:ea typeface="HY중고딕"/>
              </a:rPr>
              <a:t>dest</a:t>
            </a:r>
            <a:r>
              <a:rPr lang="en-US" altLang="ko-KR" sz="2400">
                <a:latin typeface="Georgia Pro"/>
                <a:ea typeface="HY중고딕"/>
              </a:rPr>
              <a:t> = </a:t>
            </a:r>
            <a:r>
              <a:rPr lang="en-US" altLang="ko-KR" sz="2400" err="1">
                <a:latin typeface="Georgia Pro"/>
                <a:ea typeface="HY중고딕"/>
              </a:rPr>
              <a:t>C</a:t>
            </a:r>
            <a:r>
              <a:rPr lang="en-US" altLang="ko-KR" sz="2400" baseline="-25000" err="1">
                <a:latin typeface="Georgia Pro"/>
                <a:ea typeface="HY중고딕"/>
              </a:rPr>
              <a:t>src</a:t>
            </a:r>
            <a:r>
              <a:rPr lang="en-US" altLang="ko-KR" sz="2400">
                <a:latin typeface="Georgia Pro"/>
                <a:ea typeface="HY중고딕"/>
              </a:rPr>
              <a:t>(</a:t>
            </a:r>
            <a:r>
              <a:rPr lang="en-US" altLang="ko-KR" sz="2400" err="1">
                <a:latin typeface="Georgia Pro"/>
                <a:ea typeface="HY중고딕"/>
              </a:rPr>
              <a:t>a</a:t>
            </a:r>
            <a:r>
              <a:rPr lang="en-US" altLang="ko-KR" sz="2400" baseline="-25000" err="1">
                <a:latin typeface="Georgia Pro"/>
                <a:ea typeface="HY중고딕"/>
              </a:rPr>
              <a:t>src</a:t>
            </a:r>
            <a:r>
              <a:rPr lang="en-US" altLang="ko-KR" sz="2400">
                <a:latin typeface="Georgia Pro"/>
                <a:ea typeface="HY중고딕"/>
              </a:rPr>
              <a:t>) + </a:t>
            </a:r>
            <a:r>
              <a:rPr lang="en-US" sz="2400" err="1">
                <a:latin typeface="Georgia Pro"/>
                <a:ea typeface="HY중고딕"/>
              </a:rPr>
              <a:t>C</a:t>
            </a:r>
            <a:r>
              <a:rPr lang="en-US" sz="2400" baseline="-25000" err="1">
                <a:latin typeface="Georgia Pro"/>
                <a:ea typeface="HY중고딕"/>
              </a:rPr>
              <a:t>dest</a:t>
            </a:r>
            <a:r>
              <a:rPr lang="en-US" sz="2400">
                <a:latin typeface="Georgia Pro"/>
                <a:ea typeface="HY중고딕"/>
              </a:rPr>
              <a:t>(1 - </a:t>
            </a:r>
            <a:r>
              <a:rPr lang="en-US" sz="2400" err="1">
                <a:latin typeface="Georgia Pro"/>
                <a:ea typeface="HY중고딕"/>
              </a:rPr>
              <a:t>a</a:t>
            </a:r>
            <a:r>
              <a:rPr lang="en-US" sz="2400" baseline="-25000" err="1">
                <a:latin typeface="Georgia Pro"/>
                <a:ea typeface="HY중고딕"/>
              </a:rPr>
              <a:t>src</a:t>
            </a:r>
            <a:r>
              <a:rPr lang="en-US" sz="2400">
                <a:latin typeface="Georgia Pro"/>
                <a:ea typeface="HY중고딕"/>
              </a:rPr>
              <a:t>) </a:t>
            </a:r>
            <a:endParaRPr lang="en-US"/>
          </a:p>
          <a:p>
            <a:pPr algn="ctr"/>
            <a:endParaRPr lang="en-US" sz="2400">
              <a:latin typeface="Georgia Pro"/>
              <a:ea typeface="HY중고딕"/>
            </a:endParaRPr>
          </a:p>
          <a:p>
            <a:pPr algn="ctr"/>
            <a:r>
              <a:rPr lang="en-US" sz="2400" err="1">
                <a:latin typeface="Georgia Pro"/>
                <a:ea typeface="HY중고딕"/>
              </a:rPr>
              <a:t>C</a:t>
            </a:r>
            <a:r>
              <a:rPr lang="en-US" sz="2400" baseline="-25000" err="1">
                <a:latin typeface="Georgia Pro"/>
                <a:ea typeface="HY중고딕"/>
              </a:rPr>
              <a:t>src</a:t>
            </a:r>
            <a:r>
              <a:rPr lang="en-US" sz="2400">
                <a:latin typeface="Georgia Pro"/>
                <a:ea typeface="HY중고딕"/>
              </a:rPr>
              <a:t>+ </a:t>
            </a:r>
            <a:r>
              <a:rPr lang="en-US" sz="2400" err="1">
                <a:latin typeface="Georgia Pro"/>
                <a:ea typeface="HY중고딕"/>
              </a:rPr>
              <a:t>C</a:t>
            </a:r>
            <a:r>
              <a:rPr lang="en-US" sz="2400" baseline="-25000" err="1">
                <a:latin typeface="Georgia Pro"/>
                <a:ea typeface="HY중고딕"/>
              </a:rPr>
              <a:t>dest</a:t>
            </a:r>
            <a:r>
              <a:rPr lang="en-US" sz="1600">
                <a:latin typeface="Georgia Pro"/>
                <a:ea typeface="HY중고딕"/>
              </a:rPr>
              <a:t>   </a:t>
            </a:r>
            <a:r>
              <a:rPr lang="en-US" sz="2400">
                <a:latin typeface="Georgia Pro"/>
                <a:ea typeface="HY중고딕"/>
              </a:rPr>
              <a:t>!=  </a:t>
            </a:r>
            <a:r>
              <a:rPr lang="en-US" sz="2400" err="1">
                <a:latin typeface="Georgia Pro"/>
                <a:ea typeface="HY중고딕"/>
              </a:rPr>
              <a:t>C</a:t>
            </a:r>
            <a:r>
              <a:rPr lang="en-US" sz="2400" baseline="-25000" err="1">
                <a:latin typeface="Georgia Pro"/>
                <a:ea typeface="HY중고딕"/>
              </a:rPr>
              <a:t>dest</a:t>
            </a:r>
            <a:r>
              <a:rPr lang="en-US" sz="2400">
                <a:latin typeface="Georgia Pro"/>
                <a:ea typeface="HY중고딕"/>
              </a:rPr>
              <a:t>+ </a:t>
            </a:r>
            <a:r>
              <a:rPr lang="en-US" sz="2400" err="1">
                <a:latin typeface="Georgia Pro"/>
                <a:ea typeface="HY중고딕"/>
              </a:rPr>
              <a:t>C</a:t>
            </a:r>
            <a:r>
              <a:rPr lang="en-US" sz="2400" baseline="-25000" err="1">
                <a:latin typeface="Georgia Pro"/>
                <a:ea typeface="HY중고딕"/>
              </a:rPr>
              <a:t>src</a:t>
            </a:r>
            <a:endParaRPr lang="en-US" sz="1100" baseline="-25000"/>
          </a:p>
        </p:txBody>
      </p:sp>
      <p:sp>
        <p:nvSpPr>
          <p:cNvPr id="6" name="내용 개체 틀 2">
            <a:extLst>
              <a:ext uri="{FF2B5EF4-FFF2-40B4-BE49-F238E27FC236}">
                <a16:creationId xmlns:a16="http://schemas.microsoft.com/office/drawing/2014/main" id="{B258FA9F-B486-6498-08DE-AA019B3BE8FC}"/>
              </a:ext>
            </a:extLst>
          </p:cNvPr>
          <p:cNvSpPr txBox="1">
            <a:spLocks/>
          </p:cNvSpPr>
          <p:nvPr/>
        </p:nvSpPr>
        <p:spPr>
          <a:xfrm>
            <a:off x="6725730" y="1690688"/>
            <a:ext cx="4794099" cy="3622744"/>
          </a:xfrm>
          <a:prstGeom prst="rect">
            <a:avLst/>
          </a:prstGeom>
          <a:ln w="57150">
            <a:solidFill>
              <a:srgbClr val="C8AA6E"/>
            </a:solidFill>
          </a:ln>
        </p:spPr>
        <p:txBody>
          <a:bodyPr vert="horz" lIns="91440" tIns="45720" rIns="91440" bIns="45720" rtlCol="0" anchor="t">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400">
              <a:latin typeface="Noto Sans KR Light" panose="020B0200000000000000" pitchFamily="50" charset="-127"/>
              <a:ea typeface="Noto Sans KR Light" panose="020B0200000000000000" pitchFamily="50" charset="-127"/>
            </a:endParaRPr>
          </a:p>
        </p:txBody>
      </p:sp>
      <p:sp>
        <p:nvSpPr>
          <p:cNvPr id="9" name="TextBox 8">
            <a:extLst>
              <a:ext uri="{FF2B5EF4-FFF2-40B4-BE49-F238E27FC236}">
                <a16:creationId xmlns:a16="http://schemas.microsoft.com/office/drawing/2014/main" id="{53EC5571-6547-C9A0-EC05-0FB891B2902A}"/>
              </a:ext>
            </a:extLst>
          </p:cNvPr>
          <p:cNvSpPr txBox="1"/>
          <p:nvPr/>
        </p:nvSpPr>
        <p:spPr>
          <a:xfrm>
            <a:off x="7436069" y="2137103"/>
            <a:ext cx="35647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맑은 고딕"/>
              </a:rPr>
              <a:t>a</a:t>
            </a:r>
            <a:endParaRPr lang="en-US"/>
          </a:p>
        </p:txBody>
      </p:sp>
      <p:sp>
        <p:nvSpPr>
          <p:cNvPr id="10" name="TextBox 9">
            <a:extLst>
              <a:ext uri="{FF2B5EF4-FFF2-40B4-BE49-F238E27FC236}">
                <a16:creationId xmlns:a16="http://schemas.microsoft.com/office/drawing/2014/main" id="{B2E53EFF-0879-FAC2-BD60-339C37A1DD14}"/>
              </a:ext>
            </a:extLst>
          </p:cNvPr>
          <p:cNvSpPr txBox="1"/>
          <p:nvPr/>
        </p:nvSpPr>
        <p:spPr>
          <a:xfrm>
            <a:off x="6838606" y="1841575"/>
            <a:ext cx="4681223"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ko-KR" altLang="en-US">
                <a:solidFill>
                  <a:srgbClr val="C8AA6E"/>
                </a:solidFill>
                <a:latin typeface="Georgia Pro" panose="02040502050405020303" pitchFamily="18" charset="0"/>
                <a:ea typeface="Noto Sans KR Light" panose="020B0200000000000000" pitchFamily="50" charset="-127"/>
                <a:cs typeface="+mn-lt"/>
              </a:rPr>
              <a:t>반투명 물체를 렌더링 할 때에는 서로를 </a:t>
            </a:r>
            <a:br>
              <a:rPr lang="en-US" altLang="ko-KR">
                <a:solidFill>
                  <a:srgbClr val="C8AA6E"/>
                </a:solidFill>
                <a:latin typeface="Georgia Pro" panose="02040502050405020303" pitchFamily="18" charset="0"/>
                <a:ea typeface="Noto Sans KR Light" panose="020B0200000000000000" pitchFamily="50" charset="-127"/>
                <a:cs typeface="+mn-lt"/>
              </a:rPr>
            </a:br>
            <a:r>
              <a:rPr lang="ko-KR" altLang="en-US">
                <a:solidFill>
                  <a:srgbClr val="C8AA6E"/>
                </a:solidFill>
                <a:latin typeface="Georgia Pro" panose="02040502050405020303" pitchFamily="18" charset="0"/>
                <a:ea typeface="Noto Sans KR Light" panose="020B0200000000000000" pitchFamily="50" charset="-127"/>
                <a:cs typeface="+mn-lt"/>
              </a:rPr>
              <a:t>가리지 않기 위해 깊이를 기록하지 않는다.</a:t>
            </a:r>
            <a:r>
              <a:rPr lang="ko-KR" altLang="en-US">
                <a:solidFill>
                  <a:srgbClr val="C8AA6E"/>
                </a:solidFill>
                <a:latin typeface="Georgia Pro" panose="02040502050405020303" pitchFamily="18" charset="0"/>
                <a:ea typeface="Noto Sans KR Light" panose="020B0200000000000000" pitchFamily="50" charset="-127"/>
              </a:rPr>
              <a:t> </a:t>
            </a:r>
            <a:endParaRPr lang="en-US" altLang="ko-KR">
              <a:solidFill>
                <a:srgbClr val="C8AA6E"/>
              </a:solidFill>
              <a:latin typeface="Georgia Pro" panose="02040502050405020303" pitchFamily="18" charset="0"/>
              <a:ea typeface="Noto Sans KR Light" panose="020B0200000000000000" pitchFamily="50" charset="-127"/>
            </a:endParaRPr>
          </a:p>
          <a:p>
            <a:pPr marL="285750" indent="-285750">
              <a:buFont typeface="Arial"/>
              <a:buChar char="•"/>
            </a:pPr>
            <a:endParaRPr lang="en-US" altLang="ko-KR">
              <a:solidFill>
                <a:srgbClr val="C8AA6E"/>
              </a:solidFill>
              <a:latin typeface="Georgia Pro" panose="02040502050405020303" pitchFamily="18" charset="0"/>
              <a:ea typeface="Noto Sans KR Light" panose="020B0200000000000000" pitchFamily="50" charset="-127"/>
            </a:endParaRPr>
          </a:p>
          <a:p>
            <a:pPr marL="285750" indent="-285750">
              <a:buFont typeface="Arial"/>
              <a:buChar char="•"/>
            </a:pPr>
            <a:r>
              <a:rPr lang="ko-KR" altLang="en-US">
                <a:solidFill>
                  <a:srgbClr val="C8AA6E"/>
                </a:solidFill>
                <a:latin typeface="Georgia Pro" panose="02040502050405020303" pitchFamily="18" charset="0"/>
                <a:ea typeface="Noto Sans KR Light" panose="020B0200000000000000" pitchFamily="50" charset="-127"/>
              </a:rPr>
              <a:t>즉, 나중에 그려진 반투명 물체가 </a:t>
            </a:r>
            <a:r>
              <a:rPr lang="ko-KR" altLang="en-US" err="1">
                <a:solidFill>
                  <a:srgbClr val="C8AA6E"/>
                </a:solidFill>
                <a:latin typeface="Georgia Pro" panose="02040502050405020303" pitchFamily="18" charset="0"/>
                <a:ea typeface="Noto Sans KR Light" panose="020B0200000000000000" pitchFamily="50" charset="-127"/>
              </a:rPr>
              <a:t>덧칠되어</a:t>
            </a:r>
            <a:r>
              <a:rPr lang="ko-KR" altLang="en-US">
                <a:solidFill>
                  <a:srgbClr val="C8AA6E"/>
                </a:solidFill>
                <a:latin typeface="Georgia Pro" panose="02040502050405020303" pitchFamily="18" charset="0"/>
                <a:ea typeface="Noto Sans KR Light" panose="020B0200000000000000" pitchFamily="50" charset="-127"/>
              </a:rPr>
              <a:t> </a:t>
            </a:r>
            <a:br>
              <a:rPr lang="en-US" altLang="ko-KR">
                <a:solidFill>
                  <a:srgbClr val="C8AA6E"/>
                </a:solidFill>
                <a:latin typeface="Georgia Pro" panose="02040502050405020303" pitchFamily="18" charset="0"/>
                <a:ea typeface="Noto Sans KR Light" panose="020B0200000000000000" pitchFamily="50" charset="-127"/>
              </a:rPr>
            </a:br>
            <a:r>
              <a:rPr lang="ko-KR" altLang="en-US">
                <a:solidFill>
                  <a:srgbClr val="C8AA6E"/>
                </a:solidFill>
                <a:latin typeface="Georgia Pro" panose="02040502050405020303" pitchFamily="18" charset="0"/>
                <a:ea typeface="Noto Sans KR Light" panose="020B0200000000000000" pitchFamily="50" charset="-127"/>
              </a:rPr>
              <a:t>색이 혼합된다. </a:t>
            </a:r>
            <a:endParaRPr lang="en-US" altLang="ko-KR">
              <a:latin typeface="Georgia Pro" panose="02040502050405020303" pitchFamily="18" charset="0"/>
              <a:ea typeface="Noto Sans KR Light" panose="020B0200000000000000" pitchFamily="50" charset="-127"/>
            </a:endParaRPr>
          </a:p>
          <a:p>
            <a:pPr marL="285750" indent="-285750">
              <a:buFont typeface="Arial"/>
              <a:buChar char="•"/>
            </a:pPr>
            <a:endParaRPr lang="ko-KR" altLang="en-US">
              <a:solidFill>
                <a:srgbClr val="C8AA6E"/>
              </a:solidFill>
              <a:latin typeface="Georgia Pro" panose="02040502050405020303" pitchFamily="18" charset="0"/>
              <a:ea typeface="Noto Sans KR Light" panose="020B0200000000000000" pitchFamily="50" charset="-127"/>
            </a:endParaRPr>
          </a:p>
          <a:p>
            <a:pPr marL="285750" indent="-285750">
              <a:buFont typeface="Arial"/>
              <a:buChar char="•"/>
            </a:pPr>
            <a:r>
              <a:rPr lang="ko-KR" altLang="en-US">
                <a:solidFill>
                  <a:srgbClr val="C8AA6E"/>
                </a:solidFill>
                <a:latin typeface="Georgia Pro" panose="02040502050405020303" pitchFamily="18" charset="0"/>
                <a:ea typeface="Noto Sans KR Light" panose="020B0200000000000000" pitchFamily="50" charset="-127"/>
              </a:rPr>
              <a:t>그러나</a:t>
            </a:r>
            <a:r>
              <a:rPr lang="en-US" altLang="ko-KR">
                <a:solidFill>
                  <a:srgbClr val="C8AA6E"/>
                </a:solidFill>
                <a:latin typeface="Georgia Pro" panose="02040502050405020303" pitchFamily="18" charset="0"/>
                <a:ea typeface="Noto Sans KR Light" panose="020B0200000000000000" pitchFamily="50" charset="-127"/>
              </a:rPr>
              <a:t>,</a:t>
            </a:r>
            <a:r>
              <a:rPr lang="ko-KR" altLang="en-US">
                <a:solidFill>
                  <a:srgbClr val="C8AA6E"/>
                </a:solidFill>
                <a:latin typeface="Georgia Pro" panose="02040502050405020303" pitchFamily="18" charset="0"/>
                <a:ea typeface="Noto Sans KR Light" panose="020B0200000000000000" pitchFamily="50" charset="-127"/>
              </a:rPr>
              <a:t> </a:t>
            </a:r>
            <a:r>
              <a:rPr lang="ko-KR" altLang="en-US" err="1">
                <a:solidFill>
                  <a:srgbClr val="C8AA6E"/>
                </a:solidFill>
                <a:latin typeface="Georgia Pro" panose="02040502050405020303" pitchFamily="18" charset="0"/>
                <a:ea typeface="Noto Sans KR Light" panose="020B0200000000000000" pitchFamily="50" charset="-127"/>
              </a:rPr>
              <a:t>AlphaBlend</a:t>
            </a:r>
            <a:r>
              <a:rPr lang="ko-KR" altLang="en-US">
                <a:solidFill>
                  <a:srgbClr val="C8AA6E"/>
                </a:solidFill>
                <a:latin typeface="Georgia Pro" panose="02040502050405020303" pitchFamily="18" charset="0"/>
                <a:ea typeface="Noto Sans KR Light" panose="020B0200000000000000" pitchFamily="50" charset="-127"/>
              </a:rPr>
              <a:t> 연산은 교환법칙이 </a:t>
            </a:r>
            <a:br>
              <a:rPr lang="en-US" altLang="ko-KR">
                <a:solidFill>
                  <a:srgbClr val="C8AA6E"/>
                </a:solidFill>
                <a:latin typeface="Georgia Pro" panose="02040502050405020303" pitchFamily="18" charset="0"/>
                <a:ea typeface="Noto Sans KR Light" panose="020B0200000000000000" pitchFamily="50" charset="-127"/>
              </a:rPr>
            </a:br>
            <a:r>
              <a:rPr lang="ko-KR" altLang="en-US">
                <a:solidFill>
                  <a:srgbClr val="C8AA6E"/>
                </a:solidFill>
                <a:latin typeface="Georgia Pro" panose="02040502050405020303" pitchFamily="18" charset="0"/>
                <a:ea typeface="Noto Sans KR Light" panose="020B0200000000000000" pitchFamily="50" charset="-127"/>
              </a:rPr>
              <a:t>적용되지 않기 때문에 원하는 색상이 </a:t>
            </a:r>
            <a:br>
              <a:rPr lang="en-US" altLang="ko-KR">
                <a:solidFill>
                  <a:srgbClr val="C8AA6E"/>
                </a:solidFill>
                <a:latin typeface="Georgia Pro" panose="02040502050405020303" pitchFamily="18" charset="0"/>
                <a:ea typeface="Noto Sans KR Light" panose="020B0200000000000000" pitchFamily="50" charset="-127"/>
              </a:rPr>
            </a:br>
            <a:r>
              <a:rPr lang="ko-KR" altLang="en-US">
                <a:solidFill>
                  <a:srgbClr val="C8AA6E"/>
                </a:solidFill>
                <a:latin typeface="Georgia Pro" panose="02040502050405020303" pitchFamily="18" charset="0"/>
                <a:ea typeface="Noto Sans KR Light" panose="020B0200000000000000" pitchFamily="50" charset="-127"/>
              </a:rPr>
              <a:t>나오지 않을 수 있다. </a:t>
            </a:r>
          </a:p>
          <a:p>
            <a:pPr marL="285750" indent="-285750">
              <a:buFont typeface="Arial"/>
              <a:buChar char="•"/>
            </a:pPr>
            <a:endParaRPr lang="ko-KR" altLang="en-US">
              <a:solidFill>
                <a:srgbClr val="C8AA6E"/>
              </a:solidFill>
              <a:latin typeface="Georgia Pro" panose="02040502050405020303" pitchFamily="18" charset="0"/>
              <a:ea typeface="Noto Sans KR Light" panose="020B0200000000000000" pitchFamily="50" charset="-127"/>
            </a:endParaRPr>
          </a:p>
          <a:p>
            <a:pPr marL="285750" indent="-285750">
              <a:buFont typeface="Arial"/>
              <a:buChar char="•"/>
            </a:pPr>
            <a:r>
              <a:rPr lang="ko-KR" altLang="en-US">
                <a:solidFill>
                  <a:srgbClr val="C8AA6E"/>
                </a:solidFill>
                <a:latin typeface="Georgia Pro" panose="02040502050405020303" pitchFamily="18" charset="0"/>
                <a:ea typeface="Noto Sans KR Light" panose="020B0200000000000000" pitchFamily="50" charset="-127"/>
              </a:rPr>
              <a:t>따라서 물체들을 필요에 의해 정렬하는 것이 바람직하다.</a:t>
            </a:r>
          </a:p>
        </p:txBody>
      </p:sp>
      <p:sp>
        <p:nvSpPr>
          <p:cNvPr id="8" name="직사각형 7">
            <a:extLst>
              <a:ext uri="{FF2B5EF4-FFF2-40B4-BE49-F238E27FC236}">
                <a16:creationId xmlns:a16="http://schemas.microsoft.com/office/drawing/2014/main" id="{F0FC9379-B205-4C4B-9D7B-9CBC187D3A6C}"/>
              </a:ext>
            </a:extLst>
          </p:cNvPr>
          <p:cNvSpPr/>
          <p:nvPr/>
        </p:nvSpPr>
        <p:spPr>
          <a:xfrm>
            <a:off x="0" y="1"/>
            <a:ext cx="95250" cy="6858000"/>
          </a:xfrm>
          <a:prstGeom prst="rect">
            <a:avLst/>
          </a:prstGeom>
          <a:solidFill>
            <a:srgbClr val="C8A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제목 1">
            <a:extLst>
              <a:ext uri="{FF2B5EF4-FFF2-40B4-BE49-F238E27FC236}">
                <a16:creationId xmlns:a16="http://schemas.microsoft.com/office/drawing/2014/main" id="{689F800C-905A-76AB-5882-BB0839CC42B1}"/>
              </a:ext>
            </a:extLst>
          </p:cNvPr>
          <p:cNvSpPr txBox="1">
            <a:spLocks/>
          </p:cNvSpPr>
          <p:nvPr/>
        </p:nvSpPr>
        <p:spPr>
          <a:xfrm>
            <a:off x="385370" y="87725"/>
            <a:ext cx="7882329"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a:lstStyle>
          <a:p>
            <a:r>
              <a:rPr lang="en-US" altLang="ko-KR" sz="3600">
                <a:latin typeface="Georgia Pro"/>
                <a:ea typeface="HY중고딕"/>
              </a:rPr>
              <a:t>Translucency</a:t>
            </a:r>
            <a:endParaRPr lang="en-US" altLang="ko-KR" sz="3600"/>
          </a:p>
        </p:txBody>
      </p:sp>
    </p:spTree>
    <p:extLst>
      <p:ext uri="{BB962C8B-B14F-4D97-AF65-F5344CB8AC3E}">
        <p14:creationId xmlns:p14="http://schemas.microsoft.com/office/powerpoint/2010/main" val="2986074401"/>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85383-AFF7-D3DA-8BD2-4BBBB891D167}"/>
            </a:ext>
          </a:extLst>
        </p:cNvPr>
        <p:cNvGrpSpPr/>
        <p:nvPr/>
      </p:nvGrpSpPr>
      <p:grpSpPr>
        <a:xfrm>
          <a:off x="0" y="0"/>
          <a:ext cx="0" cy="0"/>
          <a:chOff x="0" y="0"/>
          <a:chExt cx="0" cy="0"/>
        </a:xfrm>
      </p:grpSpPr>
      <p:sp>
        <p:nvSpPr>
          <p:cNvPr id="6" name="내용 개체 틀 2">
            <a:extLst>
              <a:ext uri="{FF2B5EF4-FFF2-40B4-BE49-F238E27FC236}">
                <a16:creationId xmlns:a16="http://schemas.microsoft.com/office/drawing/2014/main" id="{D8594D2D-E7E9-B634-638D-8BD89C5D1F89}"/>
              </a:ext>
            </a:extLst>
          </p:cNvPr>
          <p:cNvSpPr txBox="1">
            <a:spLocks/>
          </p:cNvSpPr>
          <p:nvPr/>
        </p:nvSpPr>
        <p:spPr>
          <a:xfrm>
            <a:off x="851072" y="2349344"/>
            <a:ext cx="4956659" cy="3188640"/>
          </a:xfrm>
          <a:prstGeom prst="rect">
            <a:avLst/>
          </a:prstGeom>
          <a:ln w="57150">
            <a:solidFill>
              <a:srgbClr val="C8AA6E"/>
            </a:solidFill>
          </a:ln>
        </p:spPr>
        <p:txBody>
          <a:bodyPr vert="horz" lIns="91440" tIns="45720" rIns="91440" bIns="45720" rtlCol="0" anchor="t">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err="1"/>
          </a:p>
        </p:txBody>
      </p:sp>
      <p:sp>
        <p:nvSpPr>
          <p:cNvPr id="10" name="TextBox 9">
            <a:extLst>
              <a:ext uri="{FF2B5EF4-FFF2-40B4-BE49-F238E27FC236}">
                <a16:creationId xmlns:a16="http://schemas.microsoft.com/office/drawing/2014/main" id="{CD83FAC9-1074-D12E-877C-DAAAF0ED0856}"/>
              </a:ext>
            </a:extLst>
          </p:cNvPr>
          <p:cNvSpPr txBox="1"/>
          <p:nvPr/>
        </p:nvSpPr>
        <p:spPr>
          <a:xfrm>
            <a:off x="6256329" y="1888727"/>
            <a:ext cx="4333857"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2000" err="1">
                <a:solidFill>
                  <a:srgbClr val="C8AA6E"/>
                </a:solidFill>
                <a:latin typeface="Georgia Pro" panose="02040502050405020303" pitchFamily="18" charset="0"/>
                <a:ea typeface="HYGothic-Medium"/>
              </a:rPr>
              <a:t>Per-Particle</a:t>
            </a:r>
            <a:r>
              <a:rPr lang="ko-KR" altLang="en-US">
                <a:solidFill>
                  <a:srgbClr val="C8AA6E"/>
                </a:solidFill>
                <a:latin typeface="Georgia Pro" panose="02040502050405020303" pitchFamily="18" charset="0"/>
                <a:ea typeface="HYGothic-Medium"/>
              </a:rPr>
              <a:t> </a:t>
            </a:r>
            <a:r>
              <a:rPr lang="ko-KR" altLang="en-US" err="1">
                <a:solidFill>
                  <a:srgbClr val="C8AA6E"/>
                </a:solidFill>
                <a:latin typeface="Georgia Pro" panose="02040502050405020303" pitchFamily="18" charset="0"/>
                <a:ea typeface="HYGothic-Medium"/>
              </a:rPr>
              <a:t>Sorting</a:t>
            </a:r>
            <a:r>
              <a:rPr lang="ko-KR" altLang="en-US">
                <a:solidFill>
                  <a:srgbClr val="C8AA6E"/>
                </a:solidFill>
                <a:latin typeface="Georgia Pro" panose="02040502050405020303" pitchFamily="18" charset="0"/>
                <a:ea typeface="HYGothic-Medium"/>
              </a:rPr>
              <a:t> </a:t>
            </a:r>
            <a:r>
              <a:rPr lang="ko-KR" altLang="en-US" err="1">
                <a:solidFill>
                  <a:srgbClr val="C8AA6E"/>
                </a:solidFill>
                <a:latin typeface="Georgia Pro" panose="02040502050405020303" pitchFamily="18" charset="0"/>
                <a:ea typeface="HYGothic-Medium"/>
              </a:rPr>
              <a:t>Heuristics</a:t>
            </a:r>
            <a:endParaRPr lang="en-US" altLang="ko-KR">
              <a:latin typeface="Georgia Pro" panose="02040502050405020303" pitchFamily="18" charset="0"/>
            </a:endParaRPr>
          </a:p>
          <a:p>
            <a:pPr marL="285750" indent="-285750">
              <a:buFont typeface="Arial"/>
              <a:buChar char="•"/>
            </a:pPr>
            <a:endParaRPr lang="ko-KR">
              <a:latin typeface="Georgia Pro" panose="02040502050405020303" pitchFamily="18" charset="0"/>
            </a:endParaRPr>
          </a:p>
          <a:p>
            <a:pPr marL="285750" indent="-285750">
              <a:buFont typeface="Arial"/>
              <a:buChar char="•"/>
            </a:pPr>
            <a:endParaRPr lang="ko-KR" altLang="en-US">
              <a:latin typeface="Georgia Pro" panose="02040502050405020303" pitchFamily="18" charset="0"/>
              <a:ea typeface="맑은 고딕"/>
            </a:endParaRPr>
          </a:p>
        </p:txBody>
      </p:sp>
      <p:sp>
        <p:nvSpPr>
          <p:cNvPr id="11" name="TextBox 10">
            <a:extLst>
              <a:ext uri="{FF2B5EF4-FFF2-40B4-BE49-F238E27FC236}">
                <a16:creationId xmlns:a16="http://schemas.microsoft.com/office/drawing/2014/main" id="{5E13A63B-C781-5A98-8411-8E7226EF56A2}"/>
              </a:ext>
            </a:extLst>
          </p:cNvPr>
          <p:cNvSpPr txBox="1"/>
          <p:nvPr/>
        </p:nvSpPr>
        <p:spPr>
          <a:xfrm>
            <a:off x="6352673" y="2519347"/>
            <a:ext cx="4859374"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sz="2000">
                <a:solidFill>
                  <a:srgbClr val="92D050"/>
                </a:solidFill>
                <a:latin typeface="Georgia Pro" panose="02040502050405020303" pitchFamily="18" charset="0"/>
                <a:ea typeface="+mn-lt"/>
                <a:cs typeface="+mn-lt"/>
              </a:rPr>
              <a:t>enum EParticleSortMode : int</a:t>
            </a:r>
            <a:endParaRPr lang="en-US" altLang="ko-KR" sz="2000">
              <a:solidFill>
                <a:srgbClr val="92D050"/>
              </a:solidFill>
              <a:latin typeface="Georgia Pro" panose="02040502050405020303" pitchFamily="18" charset="0"/>
              <a:ea typeface="맑은 고딕"/>
            </a:endParaRPr>
          </a:p>
          <a:p>
            <a:r>
              <a:rPr lang="ko-KR" sz="2000">
                <a:solidFill>
                  <a:srgbClr val="92D050"/>
                </a:solidFill>
                <a:latin typeface="Georgia Pro" panose="02040502050405020303" pitchFamily="18" charset="0"/>
                <a:ea typeface="+mn-lt"/>
                <a:cs typeface="+mn-lt"/>
              </a:rPr>
              <a:t>{</a:t>
            </a:r>
            <a:endParaRPr lang="ko-KR" sz="2000">
              <a:solidFill>
                <a:srgbClr val="92D050"/>
              </a:solidFill>
              <a:latin typeface="Georgia Pro" panose="02040502050405020303" pitchFamily="18" charset="0"/>
              <a:ea typeface="맑은 고딕"/>
            </a:endParaRPr>
          </a:p>
          <a:p>
            <a:r>
              <a:rPr lang="ko-KR" sz="2000">
                <a:solidFill>
                  <a:srgbClr val="92D050"/>
                </a:solidFill>
                <a:latin typeface="Georgia Pro" panose="02040502050405020303" pitchFamily="18" charset="0"/>
                <a:ea typeface="+mn-lt"/>
                <a:cs typeface="+mn-lt"/>
              </a:rPr>
              <a:t>    PSORTMODE_None,</a:t>
            </a:r>
            <a:endParaRPr lang="ko-KR" sz="2000">
              <a:solidFill>
                <a:srgbClr val="92D050"/>
              </a:solidFill>
              <a:latin typeface="Georgia Pro" panose="02040502050405020303" pitchFamily="18" charset="0"/>
              <a:ea typeface="맑은 고딕"/>
            </a:endParaRPr>
          </a:p>
          <a:p>
            <a:r>
              <a:rPr lang="ko-KR" sz="2000">
                <a:solidFill>
                  <a:srgbClr val="92D050"/>
                </a:solidFill>
                <a:latin typeface="Georgia Pro" panose="02040502050405020303" pitchFamily="18" charset="0"/>
                <a:ea typeface="+mn-lt"/>
                <a:cs typeface="+mn-lt"/>
              </a:rPr>
              <a:t>    PSORTMODE_ViewProjDepth,</a:t>
            </a:r>
            <a:endParaRPr lang="ko-KR" sz="2000">
              <a:solidFill>
                <a:srgbClr val="92D050"/>
              </a:solidFill>
              <a:latin typeface="Georgia Pro" panose="02040502050405020303" pitchFamily="18" charset="0"/>
              <a:ea typeface="맑은 고딕"/>
            </a:endParaRPr>
          </a:p>
          <a:p>
            <a:r>
              <a:rPr lang="ko-KR" sz="2000">
                <a:solidFill>
                  <a:srgbClr val="92D050"/>
                </a:solidFill>
                <a:latin typeface="Georgia Pro" panose="02040502050405020303" pitchFamily="18" charset="0"/>
                <a:ea typeface="+mn-lt"/>
                <a:cs typeface="+mn-lt"/>
              </a:rPr>
              <a:t>    PSORTMODE_DistanceToView,</a:t>
            </a:r>
            <a:endParaRPr lang="ko-KR" sz="2000">
              <a:solidFill>
                <a:srgbClr val="92D050"/>
              </a:solidFill>
              <a:latin typeface="Georgia Pro" panose="02040502050405020303" pitchFamily="18" charset="0"/>
              <a:ea typeface="맑은 고딕"/>
            </a:endParaRPr>
          </a:p>
          <a:p>
            <a:r>
              <a:rPr lang="ko-KR" sz="2000">
                <a:solidFill>
                  <a:srgbClr val="92D050"/>
                </a:solidFill>
                <a:latin typeface="Georgia Pro" panose="02040502050405020303" pitchFamily="18" charset="0"/>
                <a:ea typeface="+mn-lt"/>
                <a:cs typeface="+mn-lt"/>
              </a:rPr>
              <a:t>    PSORTMODE_Age_OldestFirst,</a:t>
            </a:r>
            <a:endParaRPr lang="ko-KR" sz="2000">
              <a:solidFill>
                <a:srgbClr val="92D050"/>
              </a:solidFill>
              <a:latin typeface="Georgia Pro" panose="02040502050405020303" pitchFamily="18" charset="0"/>
              <a:ea typeface="맑은 고딕"/>
            </a:endParaRPr>
          </a:p>
          <a:p>
            <a:r>
              <a:rPr lang="ko-KR" sz="2000">
                <a:solidFill>
                  <a:srgbClr val="92D050"/>
                </a:solidFill>
                <a:latin typeface="Georgia Pro" panose="02040502050405020303" pitchFamily="18" charset="0"/>
                <a:ea typeface="+mn-lt"/>
                <a:cs typeface="+mn-lt"/>
              </a:rPr>
              <a:t>    PSORTMODE_Age_NewestFirst,</a:t>
            </a:r>
            <a:endParaRPr lang="ko-KR" sz="2000">
              <a:solidFill>
                <a:srgbClr val="92D050"/>
              </a:solidFill>
              <a:latin typeface="Georgia Pro" panose="02040502050405020303" pitchFamily="18" charset="0"/>
              <a:ea typeface="맑은 고딕"/>
            </a:endParaRPr>
          </a:p>
          <a:p>
            <a:r>
              <a:rPr lang="ko-KR" sz="2000">
                <a:solidFill>
                  <a:srgbClr val="92D050"/>
                </a:solidFill>
                <a:latin typeface="Georgia Pro" panose="02040502050405020303" pitchFamily="18" charset="0"/>
                <a:ea typeface="+mn-lt"/>
                <a:cs typeface="+mn-lt"/>
              </a:rPr>
              <a:t>};</a:t>
            </a:r>
            <a:endParaRPr lang="en-US" sz="2000">
              <a:solidFill>
                <a:srgbClr val="92D050"/>
              </a:solidFill>
              <a:latin typeface="Georgia Pro" panose="02040502050405020303" pitchFamily="18" charset="0"/>
              <a:ea typeface="맑은 고딕"/>
            </a:endParaRPr>
          </a:p>
          <a:p>
            <a:pPr marL="285750" indent="-285750">
              <a:buFont typeface="Arial"/>
              <a:buChar char="•"/>
            </a:pPr>
            <a:endParaRPr lang="ko-KR" sz="2000">
              <a:solidFill>
                <a:srgbClr val="92D050"/>
              </a:solidFill>
              <a:latin typeface="Georgia Pro" panose="02040502050405020303" pitchFamily="18" charset="0"/>
              <a:ea typeface="맑은 고딕"/>
            </a:endParaRPr>
          </a:p>
          <a:p>
            <a:pPr marL="285750" indent="-285750">
              <a:buFont typeface="Arial"/>
              <a:buChar char="•"/>
            </a:pPr>
            <a:endParaRPr lang="ko-KR" altLang="en-US" sz="2000">
              <a:solidFill>
                <a:srgbClr val="92D050"/>
              </a:solidFill>
              <a:latin typeface="Georgia Pro" panose="02040502050405020303" pitchFamily="18" charset="0"/>
              <a:ea typeface="맑은 고딕"/>
            </a:endParaRPr>
          </a:p>
        </p:txBody>
      </p:sp>
      <p:sp>
        <p:nvSpPr>
          <p:cNvPr id="7" name="내용 개체 틀 2">
            <a:extLst>
              <a:ext uri="{FF2B5EF4-FFF2-40B4-BE49-F238E27FC236}">
                <a16:creationId xmlns:a16="http://schemas.microsoft.com/office/drawing/2014/main" id="{E0DB13A2-ADC5-1D2A-B415-56367A085FFF}"/>
              </a:ext>
            </a:extLst>
          </p:cNvPr>
          <p:cNvSpPr txBox="1">
            <a:spLocks/>
          </p:cNvSpPr>
          <p:nvPr/>
        </p:nvSpPr>
        <p:spPr>
          <a:xfrm>
            <a:off x="6289880" y="2308703"/>
            <a:ext cx="4794099" cy="3229280"/>
          </a:xfrm>
          <a:prstGeom prst="rect">
            <a:avLst/>
          </a:prstGeom>
          <a:ln w="57150">
            <a:solidFill>
              <a:srgbClr val="C8AA6E"/>
            </a:solidFill>
          </a:ln>
        </p:spPr>
        <p:txBody>
          <a:bodyPr vert="horz" lIns="91440" tIns="45720" rIns="91440" bIns="45720" rtlCol="0" anchor="t">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err="1"/>
          </a:p>
        </p:txBody>
      </p:sp>
      <p:sp>
        <p:nvSpPr>
          <p:cNvPr id="8" name="TextBox 7">
            <a:extLst>
              <a:ext uri="{FF2B5EF4-FFF2-40B4-BE49-F238E27FC236}">
                <a16:creationId xmlns:a16="http://schemas.microsoft.com/office/drawing/2014/main" id="{14CC61D3-1E7D-3C09-370C-EBE586EDABD1}"/>
              </a:ext>
            </a:extLst>
          </p:cNvPr>
          <p:cNvSpPr txBox="1"/>
          <p:nvPr/>
        </p:nvSpPr>
        <p:spPr>
          <a:xfrm>
            <a:off x="970546" y="2358925"/>
            <a:ext cx="340756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2000">
                <a:solidFill>
                  <a:srgbClr val="C8AA6E"/>
                </a:solidFill>
                <a:latin typeface="Georgia Pro" panose="02040502050405020303" pitchFamily="18" charset="0"/>
                <a:ea typeface="+mn-lt"/>
                <a:cs typeface="+mn-lt"/>
              </a:rPr>
              <a:t>Per – Particle System Sort</a:t>
            </a:r>
            <a:endParaRPr lang="en-US" altLang="ko-KR" sz="2000">
              <a:solidFill>
                <a:srgbClr val="C8AA6E"/>
              </a:solidFill>
              <a:latin typeface="Georgia Pro" panose="02040502050405020303" pitchFamily="18" charset="0"/>
              <a:ea typeface="맑은 고딕"/>
            </a:endParaRPr>
          </a:p>
          <a:p>
            <a:pPr marL="285750" indent="-285750">
              <a:buFont typeface="Arial"/>
              <a:buChar char="•"/>
            </a:pPr>
            <a:endParaRPr lang="ko-KR" altLang="en-US" sz="2000">
              <a:solidFill>
                <a:srgbClr val="92D050"/>
              </a:solidFill>
              <a:latin typeface="Georgia Pro" panose="02040502050405020303" pitchFamily="18" charset="0"/>
              <a:ea typeface="맑은 고딕"/>
            </a:endParaRPr>
          </a:p>
        </p:txBody>
      </p:sp>
      <p:sp>
        <p:nvSpPr>
          <p:cNvPr id="13" name="TextBox 12">
            <a:extLst>
              <a:ext uri="{FF2B5EF4-FFF2-40B4-BE49-F238E27FC236}">
                <a16:creationId xmlns:a16="http://schemas.microsoft.com/office/drawing/2014/main" id="{719F04ED-ABCF-C44B-2C48-676B281290B7}"/>
              </a:ext>
            </a:extLst>
          </p:cNvPr>
          <p:cNvSpPr txBox="1"/>
          <p:nvPr/>
        </p:nvSpPr>
        <p:spPr>
          <a:xfrm>
            <a:off x="850139" y="1888726"/>
            <a:ext cx="255318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2000" err="1">
                <a:solidFill>
                  <a:srgbClr val="C8AA6E"/>
                </a:solidFill>
                <a:latin typeface="Georgia Pro" panose="02040502050405020303" pitchFamily="18" charset="0"/>
                <a:ea typeface="HYGothic-Medium"/>
              </a:rPr>
              <a:t>Sorting</a:t>
            </a:r>
            <a:r>
              <a:rPr lang="ko-KR" altLang="en-US" sz="2000">
                <a:solidFill>
                  <a:srgbClr val="C8AA6E"/>
                </a:solidFill>
                <a:latin typeface="Georgia Pro" panose="02040502050405020303" pitchFamily="18" charset="0"/>
                <a:ea typeface="HYGothic-Medium"/>
              </a:rPr>
              <a:t> </a:t>
            </a:r>
            <a:r>
              <a:rPr lang="ko-KR" altLang="en-US" sz="2000" err="1">
                <a:solidFill>
                  <a:srgbClr val="C8AA6E"/>
                </a:solidFill>
                <a:latin typeface="Georgia Pro" panose="02040502050405020303" pitchFamily="18" charset="0"/>
                <a:ea typeface="HYGothic-Medium"/>
              </a:rPr>
              <a:t>Hierarchy</a:t>
            </a:r>
            <a:endParaRPr lang="en-US" altLang="ko-KR" sz="2000">
              <a:latin typeface="Georgia Pro" panose="02040502050405020303" pitchFamily="18" charset="0"/>
            </a:endParaRPr>
          </a:p>
        </p:txBody>
      </p:sp>
      <p:sp>
        <p:nvSpPr>
          <p:cNvPr id="14" name="내용 개체 틀 2">
            <a:extLst>
              <a:ext uri="{FF2B5EF4-FFF2-40B4-BE49-F238E27FC236}">
                <a16:creationId xmlns:a16="http://schemas.microsoft.com/office/drawing/2014/main" id="{03F6C8C8-B59C-8662-A872-EC13131C33AA}"/>
              </a:ext>
            </a:extLst>
          </p:cNvPr>
          <p:cNvSpPr txBox="1">
            <a:spLocks/>
          </p:cNvSpPr>
          <p:nvPr/>
        </p:nvSpPr>
        <p:spPr>
          <a:xfrm>
            <a:off x="1108280" y="2811890"/>
            <a:ext cx="4505341" cy="2573159"/>
          </a:xfrm>
          <a:prstGeom prst="rect">
            <a:avLst/>
          </a:prstGeom>
          <a:ln w="57150">
            <a:solidFill>
              <a:schemeClr val="accent1">
                <a:lumMod val="60000"/>
                <a:lumOff val="40000"/>
              </a:schemeClr>
            </a:solidFill>
          </a:ln>
        </p:spPr>
        <p:txBody>
          <a:bodyPr vert="horz" lIns="91440" tIns="45720" rIns="91440" bIns="45720" rtlCol="0" anchor="t">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a:p>
        </p:txBody>
      </p:sp>
      <p:sp>
        <p:nvSpPr>
          <p:cNvPr id="15" name="TextBox 14">
            <a:extLst>
              <a:ext uri="{FF2B5EF4-FFF2-40B4-BE49-F238E27FC236}">
                <a16:creationId xmlns:a16="http://schemas.microsoft.com/office/drawing/2014/main" id="{433CDBB6-E208-E13D-579B-ADBDBEBF0C03}"/>
              </a:ext>
            </a:extLst>
          </p:cNvPr>
          <p:cNvSpPr txBox="1"/>
          <p:nvPr/>
        </p:nvSpPr>
        <p:spPr>
          <a:xfrm>
            <a:off x="1187023" y="2963546"/>
            <a:ext cx="221629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err="1">
                <a:solidFill>
                  <a:schemeClr val="accent1">
                    <a:lumMod val="60000"/>
                    <a:lumOff val="40000"/>
                  </a:schemeClr>
                </a:solidFill>
                <a:latin typeface="Georgia Pro" panose="02040502050405020303" pitchFamily="18" charset="0"/>
                <a:ea typeface="HYGothic-Medium"/>
              </a:rPr>
              <a:t>Per</a:t>
            </a:r>
            <a:r>
              <a:rPr lang="ko-KR" altLang="en-US">
                <a:solidFill>
                  <a:schemeClr val="accent1">
                    <a:lumMod val="60000"/>
                    <a:lumOff val="40000"/>
                  </a:schemeClr>
                </a:solidFill>
                <a:latin typeface="Georgia Pro" panose="02040502050405020303" pitchFamily="18" charset="0"/>
                <a:ea typeface="HYGothic-Medium"/>
              </a:rPr>
              <a:t> – Emitter </a:t>
            </a:r>
            <a:r>
              <a:rPr lang="ko-KR" altLang="en-US" err="1">
                <a:solidFill>
                  <a:schemeClr val="accent1">
                    <a:lumMod val="60000"/>
                    <a:lumOff val="40000"/>
                  </a:schemeClr>
                </a:solidFill>
                <a:latin typeface="Georgia Pro" panose="02040502050405020303" pitchFamily="18" charset="0"/>
                <a:ea typeface="HYGothic-Medium"/>
              </a:rPr>
              <a:t>Sort</a:t>
            </a:r>
            <a:endParaRPr lang="en-US" altLang="ko-KR">
              <a:solidFill>
                <a:schemeClr val="accent1">
                  <a:lumMod val="60000"/>
                  <a:lumOff val="40000"/>
                </a:schemeClr>
              </a:solidFill>
              <a:latin typeface="Georgia Pro" panose="02040502050405020303" pitchFamily="18" charset="0"/>
              <a:ea typeface="맑은 고딕"/>
            </a:endParaRPr>
          </a:p>
          <a:p>
            <a:pPr marL="285750" indent="-285750">
              <a:buFont typeface="Arial"/>
              <a:buChar char="•"/>
            </a:pPr>
            <a:endParaRPr lang="ko-KR">
              <a:latin typeface="Georgia Pro" panose="02040502050405020303" pitchFamily="18" charset="0"/>
            </a:endParaRPr>
          </a:p>
          <a:p>
            <a:pPr marL="285750" indent="-285750">
              <a:buFont typeface="Arial"/>
              <a:buChar char="•"/>
            </a:pPr>
            <a:endParaRPr lang="ko-KR" altLang="en-US">
              <a:latin typeface="Georgia Pro" panose="02040502050405020303" pitchFamily="18" charset="0"/>
              <a:ea typeface="맑은 고딕"/>
            </a:endParaRPr>
          </a:p>
        </p:txBody>
      </p:sp>
      <p:sp>
        <p:nvSpPr>
          <p:cNvPr id="16" name="내용 개체 틀 2">
            <a:extLst>
              <a:ext uri="{FF2B5EF4-FFF2-40B4-BE49-F238E27FC236}">
                <a16:creationId xmlns:a16="http://schemas.microsoft.com/office/drawing/2014/main" id="{96C9DFD2-DCE0-40F8-B29A-B049D272E652}"/>
              </a:ext>
            </a:extLst>
          </p:cNvPr>
          <p:cNvSpPr txBox="1">
            <a:spLocks/>
          </p:cNvSpPr>
          <p:nvPr/>
        </p:nvSpPr>
        <p:spPr>
          <a:xfrm>
            <a:off x="1324848" y="3431649"/>
            <a:ext cx="4112310" cy="1785493"/>
          </a:xfrm>
          <a:prstGeom prst="rect">
            <a:avLst/>
          </a:prstGeom>
          <a:ln w="57150">
            <a:solidFill>
              <a:schemeClr val="accent2">
                <a:lumMod val="75000"/>
              </a:schemeClr>
            </a:solidFill>
          </a:ln>
        </p:spPr>
        <p:txBody>
          <a:bodyPr vert="horz" lIns="91440" tIns="45720" rIns="91440" bIns="45720" rtlCol="0" anchor="t">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a:p>
        </p:txBody>
      </p:sp>
      <p:sp>
        <p:nvSpPr>
          <p:cNvPr id="19" name="TextBox 18">
            <a:extLst>
              <a:ext uri="{FF2B5EF4-FFF2-40B4-BE49-F238E27FC236}">
                <a16:creationId xmlns:a16="http://schemas.microsoft.com/office/drawing/2014/main" id="{6A881777-356D-BE59-7C48-518E0E65F872}"/>
              </a:ext>
            </a:extLst>
          </p:cNvPr>
          <p:cNvSpPr txBox="1"/>
          <p:nvPr/>
        </p:nvSpPr>
        <p:spPr>
          <a:xfrm>
            <a:off x="1443696" y="3549082"/>
            <a:ext cx="221629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err="1">
                <a:solidFill>
                  <a:schemeClr val="accent2">
                    <a:lumMod val="76000"/>
                  </a:schemeClr>
                </a:solidFill>
                <a:latin typeface="Georgia Pro" panose="02040502050405020303" pitchFamily="18" charset="0"/>
                <a:ea typeface="HYGothic-Medium"/>
              </a:rPr>
              <a:t>Per</a:t>
            </a:r>
            <a:r>
              <a:rPr lang="ko-KR" altLang="en-US">
                <a:solidFill>
                  <a:schemeClr val="accent2">
                    <a:lumMod val="76000"/>
                  </a:schemeClr>
                </a:solidFill>
                <a:latin typeface="Georgia Pro" panose="02040502050405020303" pitchFamily="18" charset="0"/>
                <a:ea typeface="HYGothic-Medium"/>
              </a:rPr>
              <a:t> – </a:t>
            </a:r>
            <a:r>
              <a:rPr lang="ko-KR" altLang="en-US" err="1">
                <a:solidFill>
                  <a:schemeClr val="accent2">
                    <a:lumMod val="76000"/>
                  </a:schemeClr>
                </a:solidFill>
                <a:latin typeface="Georgia Pro" panose="02040502050405020303" pitchFamily="18" charset="0"/>
                <a:ea typeface="HYGothic-Medium"/>
              </a:rPr>
              <a:t>Particle</a:t>
            </a:r>
            <a:r>
              <a:rPr lang="ko-KR" altLang="en-US">
                <a:solidFill>
                  <a:schemeClr val="accent2">
                    <a:lumMod val="76000"/>
                  </a:schemeClr>
                </a:solidFill>
                <a:latin typeface="Georgia Pro" panose="02040502050405020303" pitchFamily="18" charset="0"/>
                <a:ea typeface="HYGothic-Medium"/>
              </a:rPr>
              <a:t> </a:t>
            </a:r>
            <a:r>
              <a:rPr lang="ko-KR" altLang="en-US" err="1">
                <a:solidFill>
                  <a:schemeClr val="accent2">
                    <a:lumMod val="76000"/>
                  </a:schemeClr>
                </a:solidFill>
                <a:latin typeface="Georgia Pro" panose="02040502050405020303" pitchFamily="18" charset="0"/>
                <a:ea typeface="HYGothic-Medium"/>
              </a:rPr>
              <a:t>Sort</a:t>
            </a:r>
            <a:endParaRPr lang="en-US" altLang="ko-KR">
              <a:solidFill>
                <a:schemeClr val="accent2">
                  <a:lumMod val="76000"/>
                </a:schemeClr>
              </a:solidFill>
              <a:latin typeface="Georgia Pro" panose="02040502050405020303" pitchFamily="18" charset="0"/>
              <a:ea typeface="맑은 고딕"/>
            </a:endParaRPr>
          </a:p>
          <a:p>
            <a:pPr marL="285750" indent="-285750">
              <a:buFont typeface="Arial"/>
              <a:buChar char="•"/>
            </a:pPr>
            <a:endParaRPr lang="ko-KR">
              <a:latin typeface="Georgia Pro" panose="02040502050405020303" pitchFamily="18" charset="0"/>
            </a:endParaRPr>
          </a:p>
          <a:p>
            <a:pPr marL="285750" indent="-285750">
              <a:buFont typeface="Arial"/>
              <a:buChar char="•"/>
            </a:pPr>
            <a:endParaRPr lang="ko-KR" altLang="en-US">
              <a:latin typeface="Georgia Pro" panose="02040502050405020303" pitchFamily="18" charset="0"/>
              <a:ea typeface="맑은 고딕"/>
            </a:endParaRPr>
          </a:p>
        </p:txBody>
      </p:sp>
      <p:sp>
        <p:nvSpPr>
          <p:cNvPr id="4" name="직사각형 3">
            <a:extLst>
              <a:ext uri="{FF2B5EF4-FFF2-40B4-BE49-F238E27FC236}">
                <a16:creationId xmlns:a16="http://schemas.microsoft.com/office/drawing/2014/main" id="{1E4607F9-8C9B-D4B5-4C43-2899084D34B1}"/>
              </a:ext>
            </a:extLst>
          </p:cNvPr>
          <p:cNvSpPr/>
          <p:nvPr/>
        </p:nvSpPr>
        <p:spPr>
          <a:xfrm>
            <a:off x="0" y="1"/>
            <a:ext cx="95250" cy="6858000"/>
          </a:xfrm>
          <a:prstGeom prst="rect">
            <a:avLst/>
          </a:prstGeom>
          <a:solidFill>
            <a:srgbClr val="C8A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 name="Picture 2">
            <a:extLst>
              <a:ext uri="{FF2B5EF4-FFF2-40B4-BE49-F238E27FC236}">
                <a16:creationId xmlns:a16="http://schemas.microsoft.com/office/drawing/2014/main" id="{1E2634C5-D435-28AF-F795-DD0AF7A54885}"/>
              </a:ext>
            </a:extLst>
          </p:cNvPr>
          <p:cNvPicPr>
            <a:picLocks noChangeAspect="1"/>
          </p:cNvPicPr>
          <p:nvPr/>
        </p:nvPicPr>
        <p:blipFill>
          <a:blip r:embed="rId3"/>
          <a:stretch>
            <a:fillRect/>
          </a:stretch>
        </p:blipFill>
        <p:spPr>
          <a:xfrm>
            <a:off x="1461453" y="4216400"/>
            <a:ext cx="1212215" cy="894080"/>
          </a:xfrm>
          <a:prstGeom prst="rect">
            <a:avLst/>
          </a:prstGeom>
        </p:spPr>
      </p:pic>
      <p:sp>
        <p:nvSpPr>
          <p:cNvPr id="18" name="제목 1">
            <a:extLst>
              <a:ext uri="{FF2B5EF4-FFF2-40B4-BE49-F238E27FC236}">
                <a16:creationId xmlns:a16="http://schemas.microsoft.com/office/drawing/2014/main" id="{DCC1F8A4-90C1-F8ED-78F8-2B496214FEDA}"/>
              </a:ext>
            </a:extLst>
          </p:cNvPr>
          <p:cNvSpPr txBox="1">
            <a:spLocks/>
          </p:cNvSpPr>
          <p:nvPr/>
        </p:nvSpPr>
        <p:spPr>
          <a:xfrm>
            <a:off x="385370" y="87725"/>
            <a:ext cx="7882329"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a:lstStyle>
          <a:p>
            <a:r>
              <a:rPr lang="en-US" altLang="ko-KR" sz="3600">
                <a:latin typeface="Georgia Pro"/>
                <a:ea typeface="HY중고딕"/>
              </a:rPr>
              <a:t>Translucency Sorting</a:t>
            </a:r>
            <a:endParaRPr lang="en-US" altLang="ko-KR" sz="3600"/>
          </a:p>
        </p:txBody>
      </p:sp>
    </p:spTree>
    <p:extLst>
      <p:ext uri="{BB962C8B-B14F-4D97-AF65-F5344CB8AC3E}">
        <p14:creationId xmlns:p14="http://schemas.microsoft.com/office/powerpoint/2010/main" val="131097593"/>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EED84-6CE6-6592-9FD2-3DD445806E91}"/>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B9C1029C-510A-2670-D2B1-C9306765D5FD}"/>
              </a:ext>
            </a:extLst>
          </p:cNvPr>
          <p:cNvSpPr/>
          <p:nvPr/>
        </p:nvSpPr>
        <p:spPr>
          <a:xfrm>
            <a:off x="0" y="1"/>
            <a:ext cx="95250" cy="6858000"/>
          </a:xfrm>
          <a:prstGeom prst="rect">
            <a:avLst/>
          </a:prstGeom>
          <a:solidFill>
            <a:srgbClr val="C8A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Rectangle 13">
            <a:extLst>
              <a:ext uri="{FF2B5EF4-FFF2-40B4-BE49-F238E27FC236}">
                <a16:creationId xmlns:a16="http://schemas.microsoft.com/office/drawing/2014/main" id="{37D39814-57D7-01A1-1ADF-FADB0AB4834D}"/>
              </a:ext>
            </a:extLst>
          </p:cNvPr>
          <p:cNvSpPr/>
          <p:nvPr/>
        </p:nvSpPr>
        <p:spPr>
          <a:xfrm>
            <a:off x="490483" y="1979448"/>
            <a:ext cx="2557517" cy="453311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55A11"/>
              </a:solidFill>
            </a:endParaRPr>
          </a:p>
        </p:txBody>
      </p:sp>
      <p:sp>
        <p:nvSpPr>
          <p:cNvPr id="18" name="Rectangle 17">
            <a:extLst>
              <a:ext uri="{FF2B5EF4-FFF2-40B4-BE49-F238E27FC236}">
                <a16:creationId xmlns:a16="http://schemas.microsoft.com/office/drawing/2014/main" id="{900788CE-79CE-A4A5-868A-D4FA92395314}"/>
              </a:ext>
            </a:extLst>
          </p:cNvPr>
          <p:cNvSpPr/>
          <p:nvPr/>
        </p:nvSpPr>
        <p:spPr>
          <a:xfrm>
            <a:off x="3442137" y="1979447"/>
            <a:ext cx="2557517" cy="4533111"/>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5287122-153E-8181-D4E1-FA172D10DB74}"/>
              </a:ext>
            </a:extLst>
          </p:cNvPr>
          <p:cNvSpPr/>
          <p:nvPr/>
        </p:nvSpPr>
        <p:spPr>
          <a:xfrm>
            <a:off x="6350000" y="1979447"/>
            <a:ext cx="2557517" cy="4533111"/>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5A7B73F-DE52-F5D7-C255-607AE68DA927}"/>
              </a:ext>
            </a:extLst>
          </p:cNvPr>
          <p:cNvSpPr/>
          <p:nvPr/>
        </p:nvSpPr>
        <p:spPr>
          <a:xfrm>
            <a:off x="9345448" y="1970688"/>
            <a:ext cx="2557517" cy="4533111"/>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414CA733-CF65-369C-3BD2-89B2EE8DDEF2}"/>
              </a:ext>
            </a:extLst>
          </p:cNvPr>
          <p:cNvPicPr>
            <a:picLocks noChangeAspect="1"/>
          </p:cNvPicPr>
          <p:nvPr/>
        </p:nvPicPr>
        <p:blipFill>
          <a:blip r:embed="rId3"/>
          <a:stretch>
            <a:fillRect/>
          </a:stretch>
        </p:blipFill>
        <p:spPr>
          <a:xfrm>
            <a:off x="858236" y="2587735"/>
            <a:ext cx="1769460" cy="1507360"/>
          </a:xfrm>
          <a:prstGeom prst="rect">
            <a:avLst/>
          </a:prstGeom>
        </p:spPr>
      </p:pic>
      <p:pic>
        <p:nvPicPr>
          <p:cNvPr id="22" name="Picture 21">
            <a:extLst>
              <a:ext uri="{FF2B5EF4-FFF2-40B4-BE49-F238E27FC236}">
                <a16:creationId xmlns:a16="http://schemas.microsoft.com/office/drawing/2014/main" id="{C1DBC629-D0D0-3A75-59C5-0F3522C47243}"/>
              </a:ext>
            </a:extLst>
          </p:cNvPr>
          <p:cNvPicPr>
            <a:picLocks noChangeAspect="1"/>
          </p:cNvPicPr>
          <p:nvPr/>
        </p:nvPicPr>
        <p:blipFill>
          <a:blip r:embed="rId4"/>
          <a:stretch>
            <a:fillRect/>
          </a:stretch>
        </p:blipFill>
        <p:spPr>
          <a:xfrm>
            <a:off x="3780659" y="2588939"/>
            <a:ext cx="1880476" cy="1513710"/>
          </a:xfrm>
          <a:prstGeom prst="rect">
            <a:avLst/>
          </a:prstGeom>
        </p:spPr>
      </p:pic>
      <p:pic>
        <p:nvPicPr>
          <p:cNvPr id="24" name="Picture 23">
            <a:extLst>
              <a:ext uri="{FF2B5EF4-FFF2-40B4-BE49-F238E27FC236}">
                <a16:creationId xmlns:a16="http://schemas.microsoft.com/office/drawing/2014/main" id="{28129CC4-6EB6-43A9-8421-C10629E1D73D}"/>
              </a:ext>
            </a:extLst>
          </p:cNvPr>
          <p:cNvPicPr>
            <a:picLocks noChangeAspect="1"/>
          </p:cNvPicPr>
          <p:nvPr/>
        </p:nvPicPr>
        <p:blipFill>
          <a:blip r:embed="rId5"/>
          <a:stretch>
            <a:fillRect/>
          </a:stretch>
        </p:blipFill>
        <p:spPr>
          <a:xfrm>
            <a:off x="6679872" y="2594850"/>
            <a:ext cx="1924052" cy="1510645"/>
          </a:xfrm>
          <a:prstGeom prst="rect">
            <a:avLst/>
          </a:prstGeom>
        </p:spPr>
      </p:pic>
      <p:pic>
        <p:nvPicPr>
          <p:cNvPr id="27" name="Picture 26">
            <a:extLst>
              <a:ext uri="{FF2B5EF4-FFF2-40B4-BE49-F238E27FC236}">
                <a16:creationId xmlns:a16="http://schemas.microsoft.com/office/drawing/2014/main" id="{746966AE-4AEA-1EE2-BCEC-A698A3F54E37}"/>
              </a:ext>
            </a:extLst>
          </p:cNvPr>
          <p:cNvPicPr>
            <a:picLocks noChangeAspect="1"/>
          </p:cNvPicPr>
          <p:nvPr/>
        </p:nvPicPr>
        <p:blipFill>
          <a:blip r:embed="rId6"/>
          <a:stretch>
            <a:fillRect/>
          </a:stretch>
        </p:blipFill>
        <p:spPr>
          <a:xfrm>
            <a:off x="9756277" y="2567740"/>
            <a:ext cx="1733713" cy="1522560"/>
          </a:xfrm>
          <a:prstGeom prst="rect">
            <a:avLst/>
          </a:prstGeom>
        </p:spPr>
      </p:pic>
      <p:sp>
        <p:nvSpPr>
          <p:cNvPr id="30" name="TextBox 29">
            <a:extLst>
              <a:ext uri="{FF2B5EF4-FFF2-40B4-BE49-F238E27FC236}">
                <a16:creationId xmlns:a16="http://schemas.microsoft.com/office/drawing/2014/main" id="{DC4A553A-43CE-CB04-E20B-56197E917683}"/>
              </a:ext>
            </a:extLst>
          </p:cNvPr>
          <p:cNvSpPr txBox="1"/>
          <p:nvPr/>
        </p:nvSpPr>
        <p:spPr>
          <a:xfrm>
            <a:off x="777856" y="2098932"/>
            <a:ext cx="192523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ko-KR" sz="2000">
                <a:solidFill>
                  <a:srgbClr val="C8AA6E"/>
                </a:solidFill>
                <a:latin typeface="Georgia Pro" panose="02040502050405020303" pitchFamily="18" charset="0"/>
                <a:ea typeface="Noto Sans KR Light" panose="020B0200000000000000" pitchFamily="50" charset="-127"/>
                <a:cs typeface="+mn-lt"/>
              </a:rPr>
              <a:t>Sprite Particles</a:t>
            </a:r>
            <a:endParaRPr lang="en-US">
              <a:solidFill>
                <a:srgbClr val="C8AA6E"/>
              </a:solidFill>
              <a:latin typeface="Georgia Pro" panose="02040502050405020303" pitchFamily="18" charset="0"/>
              <a:ea typeface="Noto Sans KR Light" panose="020B0200000000000000" pitchFamily="50" charset="-127"/>
            </a:endParaRPr>
          </a:p>
        </p:txBody>
      </p:sp>
      <p:sp>
        <p:nvSpPr>
          <p:cNvPr id="31" name="TextBox 30">
            <a:extLst>
              <a:ext uri="{FF2B5EF4-FFF2-40B4-BE49-F238E27FC236}">
                <a16:creationId xmlns:a16="http://schemas.microsoft.com/office/drawing/2014/main" id="{92884072-9CC2-FCCD-4F38-5C7C0D706AB1}"/>
              </a:ext>
            </a:extLst>
          </p:cNvPr>
          <p:cNvSpPr txBox="1"/>
          <p:nvPr/>
        </p:nvSpPr>
        <p:spPr>
          <a:xfrm>
            <a:off x="3729510" y="2098931"/>
            <a:ext cx="192523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ko-KR" sz="2000">
                <a:solidFill>
                  <a:srgbClr val="C8AA6E"/>
                </a:solidFill>
                <a:latin typeface="Georgia Pro" panose="02040502050405020303" pitchFamily="18" charset="0"/>
                <a:ea typeface="Noto Sans KR Light" panose="020B0200000000000000" pitchFamily="50" charset="-127"/>
                <a:cs typeface="+mn-lt"/>
              </a:rPr>
              <a:t>Mesh Particles</a:t>
            </a:r>
            <a:endParaRPr lang="en-US">
              <a:solidFill>
                <a:srgbClr val="C8AA6E"/>
              </a:solidFill>
              <a:latin typeface="Georgia Pro" panose="02040502050405020303" pitchFamily="18" charset="0"/>
              <a:ea typeface="Noto Sans KR Light" panose="020B0200000000000000" pitchFamily="50" charset="-127"/>
            </a:endParaRPr>
          </a:p>
        </p:txBody>
      </p:sp>
      <p:sp>
        <p:nvSpPr>
          <p:cNvPr id="32" name="TextBox 31">
            <a:extLst>
              <a:ext uri="{FF2B5EF4-FFF2-40B4-BE49-F238E27FC236}">
                <a16:creationId xmlns:a16="http://schemas.microsoft.com/office/drawing/2014/main" id="{12A7A1B8-CA4B-476F-42E8-3FA10BC7261B}"/>
              </a:ext>
            </a:extLst>
          </p:cNvPr>
          <p:cNvSpPr txBox="1"/>
          <p:nvPr/>
        </p:nvSpPr>
        <p:spPr>
          <a:xfrm>
            <a:off x="6672407" y="2098931"/>
            <a:ext cx="192523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2000">
                <a:solidFill>
                  <a:srgbClr val="C8AA6E"/>
                </a:solidFill>
                <a:latin typeface="Georgia Pro" panose="02040502050405020303" pitchFamily="18" charset="0"/>
                <a:ea typeface="Noto Sans KR Light" panose="020B0200000000000000" pitchFamily="50" charset="-127"/>
                <a:cs typeface="+mn-lt"/>
              </a:rPr>
              <a:t>Beam Particles</a:t>
            </a:r>
            <a:endParaRPr lang="en-US">
              <a:solidFill>
                <a:srgbClr val="C8AA6E"/>
              </a:solidFill>
              <a:latin typeface="Georgia Pro" panose="02040502050405020303" pitchFamily="18" charset="0"/>
              <a:ea typeface="Noto Sans KR Light" panose="020B0200000000000000" pitchFamily="50" charset="-127"/>
            </a:endParaRPr>
          </a:p>
        </p:txBody>
      </p:sp>
      <p:sp>
        <p:nvSpPr>
          <p:cNvPr id="33" name="TextBox 32">
            <a:extLst>
              <a:ext uri="{FF2B5EF4-FFF2-40B4-BE49-F238E27FC236}">
                <a16:creationId xmlns:a16="http://schemas.microsoft.com/office/drawing/2014/main" id="{788F0450-CFC0-DF34-E1BE-2CF83B921A7B}"/>
              </a:ext>
            </a:extLst>
          </p:cNvPr>
          <p:cNvSpPr txBox="1"/>
          <p:nvPr/>
        </p:nvSpPr>
        <p:spPr>
          <a:xfrm>
            <a:off x="9501442" y="2098931"/>
            <a:ext cx="22405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ko-KR" sz="2000">
                <a:solidFill>
                  <a:srgbClr val="C8AA6E"/>
                </a:solidFill>
                <a:latin typeface="Georgia Pro" panose="02040502050405020303" pitchFamily="18" charset="0"/>
                <a:ea typeface="Noto Sans KR Light" panose="020B0200000000000000" pitchFamily="50" charset="-127"/>
                <a:cs typeface="+mn-lt"/>
              </a:rPr>
              <a:t>Ribbon Particles</a:t>
            </a:r>
            <a:endParaRPr lang="en-US">
              <a:solidFill>
                <a:srgbClr val="C8AA6E"/>
              </a:solidFill>
              <a:latin typeface="Georgia Pro" panose="02040502050405020303" pitchFamily="18" charset="0"/>
              <a:ea typeface="Noto Sans KR Light" panose="020B0200000000000000" pitchFamily="50" charset="-127"/>
            </a:endParaRPr>
          </a:p>
        </p:txBody>
      </p:sp>
      <p:cxnSp>
        <p:nvCxnSpPr>
          <p:cNvPr id="38" name="Straight Arrow Connector 37">
            <a:extLst>
              <a:ext uri="{FF2B5EF4-FFF2-40B4-BE49-F238E27FC236}">
                <a16:creationId xmlns:a16="http://schemas.microsoft.com/office/drawing/2014/main" id="{1155410A-147D-2583-7C52-466F2984114A}"/>
              </a:ext>
            </a:extLst>
          </p:cNvPr>
          <p:cNvCxnSpPr/>
          <p:nvPr/>
        </p:nvCxnSpPr>
        <p:spPr>
          <a:xfrm flipV="1">
            <a:off x="674412" y="4335516"/>
            <a:ext cx="2189655" cy="0"/>
          </a:xfrm>
          <a:prstGeom prst="straightConnector1">
            <a:avLst/>
          </a:prstGeom>
          <a:ln>
            <a:solidFill>
              <a:srgbClr val="C8AA6E"/>
            </a:solidFill>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F9323EE-3CF7-4EC5-F182-F4A4C7771439}"/>
              </a:ext>
            </a:extLst>
          </p:cNvPr>
          <p:cNvCxnSpPr>
            <a:cxnSpLocks/>
          </p:cNvCxnSpPr>
          <p:nvPr/>
        </p:nvCxnSpPr>
        <p:spPr>
          <a:xfrm flipV="1">
            <a:off x="3626066" y="4326756"/>
            <a:ext cx="2189655" cy="0"/>
          </a:xfrm>
          <a:prstGeom prst="straightConnector1">
            <a:avLst/>
          </a:prstGeom>
          <a:ln>
            <a:solidFill>
              <a:srgbClr val="C8AA6E"/>
            </a:solidFill>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9736A09-2F9A-9AC5-63D1-36BCFCE1668D}"/>
              </a:ext>
            </a:extLst>
          </p:cNvPr>
          <p:cNvCxnSpPr>
            <a:cxnSpLocks/>
          </p:cNvCxnSpPr>
          <p:nvPr/>
        </p:nvCxnSpPr>
        <p:spPr>
          <a:xfrm flipV="1">
            <a:off x="6533928" y="4317998"/>
            <a:ext cx="2189655" cy="0"/>
          </a:xfrm>
          <a:prstGeom prst="straightConnector1">
            <a:avLst/>
          </a:prstGeom>
          <a:ln>
            <a:solidFill>
              <a:srgbClr val="C8AA6E"/>
            </a:solidFill>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0F64AB7-5886-1589-C889-F5EC0FC1CCC1}"/>
              </a:ext>
            </a:extLst>
          </p:cNvPr>
          <p:cNvCxnSpPr>
            <a:cxnSpLocks/>
          </p:cNvCxnSpPr>
          <p:nvPr/>
        </p:nvCxnSpPr>
        <p:spPr>
          <a:xfrm flipV="1">
            <a:off x="9529377" y="4317998"/>
            <a:ext cx="2189655" cy="0"/>
          </a:xfrm>
          <a:prstGeom prst="straightConnector1">
            <a:avLst/>
          </a:prstGeom>
          <a:ln>
            <a:solidFill>
              <a:srgbClr val="C8AA6E"/>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45A6B0F9-F2AC-3A22-B054-6645D12377DA}"/>
              </a:ext>
            </a:extLst>
          </p:cNvPr>
          <p:cNvSpPr txBox="1"/>
          <p:nvPr/>
        </p:nvSpPr>
        <p:spPr>
          <a:xfrm>
            <a:off x="671280" y="4568127"/>
            <a:ext cx="2196753"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Calibri"/>
              <a:buChar char="-"/>
            </a:pPr>
            <a:r>
              <a:rPr lang="ko-KR" altLang="en-US" sz="1600">
                <a:solidFill>
                  <a:srgbClr val="C8AA6E"/>
                </a:solidFill>
                <a:latin typeface="Georgia Pro"/>
                <a:ea typeface="Noto Sans KR Light"/>
              </a:rPr>
              <a:t>각 </a:t>
            </a:r>
            <a:r>
              <a:rPr lang="ko-KR" altLang="en-US" sz="1600" err="1">
                <a:solidFill>
                  <a:srgbClr val="C8AA6E"/>
                </a:solidFill>
                <a:latin typeface="Georgia Pro"/>
                <a:ea typeface="Noto Sans KR Light"/>
              </a:rPr>
              <a:t>파티클마다</a:t>
            </a:r>
            <a:r>
              <a:rPr lang="ko-KR" altLang="en-US" sz="1600">
                <a:solidFill>
                  <a:srgbClr val="C8AA6E"/>
                </a:solidFill>
                <a:latin typeface="Georgia Pro"/>
                <a:ea typeface="Noto Sans KR Light"/>
              </a:rPr>
              <a:t> 4개의 정점 할당 후 </a:t>
            </a:r>
            <a:r>
              <a:rPr lang="ko-KR" altLang="en-US" sz="1600" err="1">
                <a:solidFill>
                  <a:srgbClr val="C8AA6E"/>
                </a:solidFill>
                <a:latin typeface="Georgia Pro"/>
                <a:ea typeface="Noto Sans KR Light"/>
              </a:rPr>
              <a:t>배칭</a:t>
            </a:r>
            <a:r>
              <a:rPr lang="en-US" altLang="ko-KR" sz="1600">
                <a:solidFill>
                  <a:srgbClr val="C8AA6E"/>
                </a:solidFill>
                <a:latin typeface="Georgia Pro"/>
                <a:ea typeface="Noto Sans KR Light"/>
              </a:rPr>
              <a:t>.</a:t>
            </a:r>
            <a:endParaRPr lang="ko-KR" altLang="en-US" sz="1600">
              <a:solidFill>
                <a:srgbClr val="C8AA6E"/>
              </a:solidFill>
              <a:latin typeface="Georgia Pro"/>
              <a:ea typeface="Noto Sans KR Light"/>
            </a:endParaRPr>
          </a:p>
          <a:p>
            <a:pPr marL="171450" indent="-171450">
              <a:buFont typeface="Calibri"/>
              <a:buChar char="-"/>
            </a:pPr>
            <a:endParaRPr lang="ko-KR" altLang="en-US" sz="1600">
              <a:solidFill>
                <a:srgbClr val="C8AA6E"/>
              </a:solidFill>
              <a:latin typeface="Georgia Pro" panose="02040502050405020303" pitchFamily="18" charset="0"/>
              <a:ea typeface="Noto Sans KR Light" panose="020B0200000000000000" pitchFamily="50" charset="-127"/>
            </a:endParaRPr>
          </a:p>
          <a:p>
            <a:pPr marL="171450" indent="-171450">
              <a:buFont typeface="Calibri"/>
              <a:buChar char="-"/>
            </a:pPr>
            <a:endParaRPr lang="ko-KR" altLang="en-US" sz="1600">
              <a:solidFill>
                <a:srgbClr val="C8AA6E"/>
              </a:solidFill>
              <a:latin typeface="Georgia Pro" panose="02040502050405020303" pitchFamily="18" charset="0"/>
              <a:ea typeface="Noto Sans KR Light" panose="020B0200000000000000" pitchFamily="50" charset="-127"/>
            </a:endParaRPr>
          </a:p>
        </p:txBody>
      </p:sp>
      <p:sp>
        <p:nvSpPr>
          <p:cNvPr id="46" name="TextBox 45">
            <a:extLst>
              <a:ext uri="{FF2B5EF4-FFF2-40B4-BE49-F238E27FC236}">
                <a16:creationId xmlns:a16="http://schemas.microsoft.com/office/drawing/2014/main" id="{693879A5-5F55-7ECF-C455-B96FC9F593F4}"/>
              </a:ext>
            </a:extLst>
          </p:cNvPr>
          <p:cNvSpPr txBox="1"/>
          <p:nvPr/>
        </p:nvSpPr>
        <p:spPr>
          <a:xfrm>
            <a:off x="3633162" y="4444007"/>
            <a:ext cx="2266821"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Calibri"/>
              <a:buChar char="-"/>
            </a:pPr>
            <a:r>
              <a:rPr lang="ko-KR" altLang="en-US" sz="1400" err="1">
                <a:solidFill>
                  <a:srgbClr val="C8AA6E"/>
                </a:solidFill>
                <a:latin typeface="Georgia Pro" panose="02040502050405020303" pitchFamily="18" charset="0"/>
                <a:ea typeface="Noto Sans KR Light" panose="020B0200000000000000" pitchFamily="50" charset="-127"/>
                <a:cs typeface="+mn-lt"/>
              </a:rPr>
              <a:t>Emitter는</a:t>
            </a:r>
            <a:r>
              <a:rPr lang="ko-KR" sz="1400">
                <a:solidFill>
                  <a:srgbClr val="C8AA6E"/>
                </a:solidFill>
                <a:latin typeface="Georgia Pro" panose="02040502050405020303" pitchFamily="18" charset="0"/>
                <a:ea typeface="Noto Sans KR Light" panose="020B0200000000000000" pitchFamily="50" charset="-127"/>
                <a:cs typeface="+mn-lt"/>
              </a:rPr>
              <a:t> 하나의 정점 </a:t>
            </a:r>
            <a:r>
              <a:rPr lang="ko-KR" altLang="en-US" sz="1400">
                <a:solidFill>
                  <a:srgbClr val="C8AA6E"/>
                </a:solidFill>
                <a:latin typeface="Georgia Pro" panose="02040502050405020303" pitchFamily="18" charset="0"/>
                <a:ea typeface="Noto Sans KR Light" panose="020B0200000000000000" pitchFamily="50" charset="-127"/>
                <a:cs typeface="+mn-lt"/>
              </a:rPr>
              <a:t>버퍼를</a:t>
            </a:r>
            <a:r>
              <a:rPr lang="ko-KR" sz="1400">
                <a:solidFill>
                  <a:srgbClr val="C8AA6E"/>
                </a:solidFill>
                <a:latin typeface="Georgia Pro" panose="02040502050405020303" pitchFamily="18" charset="0"/>
                <a:ea typeface="Noto Sans KR Light" panose="020B0200000000000000" pitchFamily="50" charset="-127"/>
                <a:cs typeface="+mn-lt"/>
              </a:rPr>
              <a:t>, 각 </a:t>
            </a:r>
            <a:r>
              <a:rPr lang="ko-KR" sz="1400" err="1">
                <a:solidFill>
                  <a:srgbClr val="C8AA6E"/>
                </a:solidFill>
                <a:latin typeface="Georgia Pro" panose="02040502050405020303" pitchFamily="18" charset="0"/>
                <a:ea typeface="Noto Sans KR Light" panose="020B0200000000000000" pitchFamily="50" charset="-127"/>
                <a:cs typeface="+mn-lt"/>
              </a:rPr>
              <a:t>파티클은</a:t>
            </a:r>
            <a:r>
              <a:rPr lang="ko-KR" sz="1400">
                <a:solidFill>
                  <a:srgbClr val="C8AA6E"/>
                </a:solidFill>
                <a:latin typeface="Georgia Pro" panose="02040502050405020303" pitchFamily="18" charset="0"/>
                <a:ea typeface="Noto Sans KR Light" panose="020B0200000000000000" pitchFamily="50" charset="-127"/>
                <a:cs typeface="+mn-lt"/>
              </a:rPr>
              <a:t> 4x4 MVP </a:t>
            </a:r>
            <a:r>
              <a:rPr lang="ko-KR" altLang="en-US" sz="1400">
                <a:solidFill>
                  <a:srgbClr val="C8AA6E"/>
                </a:solidFill>
                <a:latin typeface="Georgia Pro" panose="02040502050405020303" pitchFamily="18" charset="0"/>
                <a:ea typeface="Noto Sans KR Light" panose="020B0200000000000000" pitchFamily="50" charset="-127"/>
                <a:cs typeface="+mn-lt"/>
              </a:rPr>
              <a:t>행렬을</a:t>
            </a:r>
            <a:r>
              <a:rPr lang="ko-KR" sz="1400">
                <a:solidFill>
                  <a:srgbClr val="C8AA6E"/>
                </a:solidFill>
                <a:latin typeface="Georgia Pro" panose="02040502050405020303" pitchFamily="18" charset="0"/>
                <a:ea typeface="Noto Sans KR Light" panose="020B0200000000000000" pitchFamily="50" charset="-127"/>
                <a:cs typeface="+mn-lt"/>
              </a:rPr>
              <a:t> 인스턴스 정점으로 소유. </a:t>
            </a:r>
            <a:endParaRPr lang="en-US" altLang="ko-KR" sz="1400">
              <a:solidFill>
                <a:srgbClr val="000000"/>
              </a:solidFill>
              <a:latin typeface="Georgia Pro" panose="02040502050405020303" pitchFamily="18" charset="0"/>
              <a:ea typeface="Noto Sans KR Light" panose="020B0200000000000000" pitchFamily="50" charset="-127"/>
              <a:cs typeface="+mn-lt"/>
            </a:endParaRPr>
          </a:p>
          <a:p>
            <a:pPr marL="171450" indent="-171450">
              <a:buFont typeface="Calibri"/>
              <a:buChar char="-"/>
            </a:pPr>
            <a:endParaRPr lang="ko-KR" altLang="en-US" sz="1400">
              <a:solidFill>
                <a:srgbClr val="C8AA6E"/>
              </a:solidFill>
              <a:latin typeface="Georgia Pro" panose="02040502050405020303" pitchFamily="18" charset="0"/>
              <a:ea typeface="Noto Sans KR Light" panose="020B0200000000000000" pitchFamily="50" charset="-127"/>
              <a:cs typeface="+mn-lt"/>
            </a:endParaRPr>
          </a:p>
          <a:p>
            <a:pPr marL="171450" indent="-171450">
              <a:buFont typeface="Calibri"/>
              <a:buChar char="-"/>
            </a:pPr>
            <a:r>
              <a:rPr lang="ko-KR" altLang="en-US" sz="1400">
                <a:solidFill>
                  <a:srgbClr val="C8AA6E"/>
                </a:solidFill>
                <a:latin typeface="Georgia Pro" panose="02040502050405020303" pitchFamily="18" charset="0"/>
                <a:ea typeface="Noto Sans KR Light" panose="020B0200000000000000" pitchFamily="50" charset="-127"/>
              </a:rPr>
              <a:t>Emitter 당 하나의 </a:t>
            </a:r>
            <a:r>
              <a:rPr lang="ko-KR" altLang="en-US" sz="1400" err="1">
                <a:solidFill>
                  <a:srgbClr val="C8AA6E"/>
                </a:solidFill>
                <a:latin typeface="Georgia Pro" panose="02040502050405020303" pitchFamily="18" charset="0"/>
                <a:ea typeface="Noto Sans KR Light" panose="020B0200000000000000" pitchFamily="50" charset="-127"/>
              </a:rPr>
              <a:t>DrawInstanced</a:t>
            </a:r>
            <a:r>
              <a:rPr lang="ko-KR" altLang="en-US" sz="1400">
                <a:solidFill>
                  <a:srgbClr val="C8AA6E"/>
                </a:solidFill>
                <a:latin typeface="Georgia Pro" panose="02040502050405020303" pitchFamily="18" charset="0"/>
                <a:ea typeface="Noto Sans KR Light" panose="020B0200000000000000" pitchFamily="50" charset="-127"/>
              </a:rPr>
              <a:t>( ) </a:t>
            </a:r>
            <a:br>
              <a:rPr lang="en-US" altLang="ko-KR" sz="1400">
                <a:solidFill>
                  <a:srgbClr val="C8AA6E"/>
                </a:solidFill>
                <a:latin typeface="Georgia Pro" panose="02040502050405020303" pitchFamily="18" charset="0"/>
                <a:ea typeface="Noto Sans KR Light" panose="020B0200000000000000" pitchFamily="50" charset="-127"/>
              </a:rPr>
            </a:br>
            <a:r>
              <a:rPr lang="ko-KR" altLang="en-US" sz="1400">
                <a:solidFill>
                  <a:srgbClr val="C8AA6E"/>
                </a:solidFill>
                <a:latin typeface="Georgia Pro" panose="02040502050405020303" pitchFamily="18" charset="0"/>
                <a:ea typeface="Noto Sans KR Light" panose="020B0200000000000000" pitchFamily="50" charset="-127"/>
              </a:rPr>
              <a:t>함수 호출</a:t>
            </a:r>
            <a:r>
              <a:rPr lang="en-US" altLang="ko-KR" sz="1400">
                <a:solidFill>
                  <a:srgbClr val="C8AA6E"/>
                </a:solidFill>
                <a:latin typeface="Georgia Pro" panose="02040502050405020303" pitchFamily="18" charset="0"/>
                <a:ea typeface="Noto Sans KR Light" panose="020B0200000000000000" pitchFamily="50" charset="-127"/>
              </a:rPr>
              <a:t>.</a:t>
            </a:r>
            <a:endParaRPr lang="ko-KR" altLang="en-US" sz="1400">
              <a:solidFill>
                <a:srgbClr val="C8AA6E"/>
              </a:solidFill>
              <a:latin typeface="Georgia Pro" panose="02040502050405020303" pitchFamily="18" charset="0"/>
              <a:ea typeface="Noto Sans KR Light" panose="020B0200000000000000" pitchFamily="50" charset="-127"/>
            </a:endParaRPr>
          </a:p>
          <a:p>
            <a:pPr marL="171450" indent="-171450">
              <a:buFont typeface="Calibri"/>
              <a:buChar char="-"/>
            </a:pPr>
            <a:endParaRPr lang="ko-KR" altLang="en-US" sz="1400">
              <a:solidFill>
                <a:srgbClr val="C8AA6E"/>
              </a:solidFill>
              <a:latin typeface="Georgia Pro" panose="02040502050405020303" pitchFamily="18" charset="0"/>
              <a:ea typeface="Noto Sans KR Light" panose="020B0200000000000000" pitchFamily="50" charset="-127"/>
            </a:endParaRPr>
          </a:p>
          <a:p>
            <a:pPr marL="171450" indent="-171450">
              <a:buFont typeface="Calibri"/>
              <a:buChar char="-"/>
            </a:pPr>
            <a:endParaRPr lang="ko-KR" altLang="en-US" sz="1400">
              <a:solidFill>
                <a:srgbClr val="C8AA6E"/>
              </a:solidFill>
              <a:latin typeface="Georgia Pro" panose="02040502050405020303" pitchFamily="18" charset="0"/>
              <a:ea typeface="Noto Sans KR Light" panose="020B0200000000000000" pitchFamily="50" charset="-127"/>
            </a:endParaRPr>
          </a:p>
        </p:txBody>
      </p:sp>
      <p:sp>
        <p:nvSpPr>
          <p:cNvPr id="48" name="TextBox 47">
            <a:extLst>
              <a:ext uri="{FF2B5EF4-FFF2-40B4-BE49-F238E27FC236}">
                <a16:creationId xmlns:a16="http://schemas.microsoft.com/office/drawing/2014/main" id="{3C3E4523-455E-4BE6-8B9F-A95EC8ED9AA7}"/>
              </a:ext>
            </a:extLst>
          </p:cNvPr>
          <p:cNvSpPr txBox="1"/>
          <p:nvPr/>
        </p:nvSpPr>
        <p:spPr>
          <a:xfrm>
            <a:off x="6533928" y="4409781"/>
            <a:ext cx="235103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Calibri"/>
              <a:buChar char="-"/>
            </a:pPr>
            <a:r>
              <a:rPr lang="ko-KR" altLang="en-US" sz="1400">
                <a:solidFill>
                  <a:srgbClr val="C8AA6E"/>
                </a:solidFill>
                <a:latin typeface="Georgia Pro" panose="02040502050405020303" pitchFamily="18" charset="0"/>
                <a:ea typeface="Noto Sans KR Light" panose="020B0200000000000000" pitchFamily="50" charset="-127"/>
              </a:rPr>
              <a:t>각 빔 인스턴스마다 </a:t>
            </a:r>
            <a:r>
              <a:rPr lang="ko-KR" altLang="en-US" sz="1400" err="1">
                <a:solidFill>
                  <a:srgbClr val="C8AA6E"/>
                </a:solidFill>
                <a:latin typeface="Georgia Pro" panose="02040502050405020303" pitchFamily="18" charset="0"/>
                <a:ea typeface="Noto Sans KR Light" panose="020B0200000000000000" pitchFamily="50" charset="-127"/>
              </a:rPr>
              <a:t>N개의</a:t>
            </a:r>
            <a:r>
              <a:rPr lang="ko-KR" altLang="en-US" sz="1400">
                <a:solidFill>
                  <a:srgbClr val="C8AA6E"/>
                </a:solidFill>
                <a:latin typeface="Georgia Pro" panose="02040502050405020303" pitchFamily="18" charset="0"/>
                <a:ea typeface="Noto Sans KR Light" panose="020B0200000000000000" pitchFamily="50" charset="-127"/>
              </a:rPr>
              <a:t> 연속적인 </a:t>
            </a:r>
            <a:r>
              <a:rPr lang="ko-KR" altLang="en-US" sz="1400" err="1">
                <a:solidFill>
                  <a:srgbClr val="C8AA6E"/>
                </a:solidFill>
                <a:latin typeface="Georgia Pro" panose="02040502050405020303" pitchFamily="18" charset="0"/>
                <a:ea typeface="Noto Sans KR Light" panose="020B0200000000000000" pitchFamily="50" charset="-127"/>
              </a:rPr>
              <a:t>쿼드를</a:t>
            </a:r>
            <a:r>
              <a:rPr lang="ko-KR" altLang="en-US" sz="1400">
                <a:solidFill>
                  <a:srgbClr val="C8AA6E"/>
                </a:solidFill>
                <a:latin typeface="Georgia Pro" panose="02040502050405020303" pitchFamily="18" charset="0"/>
                <a:ea typeface="Noto Sans KR Light" panose="020B0200000000000000" pitchFamily="50" charset="-127"/>
              </a:rPr>
              <a:t> 정의하여 띠 모양 </a:t>
            </a:r>
            <a:r>
              <a:rPr lang="ko-KR" altLang="en-US" sz="1400" err="1">
                <a:solidFill>
                  <a:srgbClr val="C8AA6E"/>
                </a:solidFill>
                <a:latin typeface="Georgia Pro" panose="02040502050405020303" pitchFamily="18" charset="0"/>
                <a:ea typeface="Noto Sans KR Light" panose="020B0200000000000000" pitchFamily="50" charset="-127"/>
              </a:rPr>
              <a:t>파티클</a:t>
            </a:r>
            <a:r>
              <a:rPr lang="ko-KR" altLang="en-US" sz="1400">
                <a:solidFill>
                  <a:srgbClr val="C8AA6E"/>
                </a:solidFill>
                <a:latin typeface="Georgia Pro" panose="02040502050405020303" pitchFamily="18" charset="0"/>
                <a:ea typeface="Noto Sans KR Light" panose="020B0200000000000000" pitchFamily="50" charset="-127"/>
              </a:rPr>
              <a:t> 형성.</a:t>
            </a:r>
            <a:endParaRPr lang="en-US" altLang="ko-KR" sz="1400">
              <a:latin typeface="Georgia Pro" panose="02040502050405020303" pitchFamily="18" charset="0"/>
              <a:ea typeface="Noto Sans KR Light" panose="020B0200000000000000" pitchFamily="50" charset="-127"/>
            </a:endParaRPr>
          </a:p>
          <a:p>
            <a:pPr marL="171450" indent="-171450">
              <a:buFont typeface="Calibri"/>
              <a:buChar char="-"/>
            </a:pPr>
            <a:endParaRPr lang="ko-KR" altLang="en-US" sz="1400">
              <a:solidFill>
                <a:srgbClr val="C8AA6E"/>
              </a:solidFill>
              <a:latin typeface="Georgia Pro" panose="02040502050405020303" pitchFamily="18" charset="0"/>
              <a:ea typeface="Noto Sans KR Light" panose="020B0200000000000000" pitchFamily="50" charset="-127"/>
            </a:endParaRPr>
          </a:p>
          <a:p>
            <a:pPr marL="171450" indent="-171450">
              <a:buFont typeface="Calibri"/>
              <a:buChar char="-"/>
            </a:pPr>
            <a:r>
              <a:rPr lang="ko-KR" altLang="en-US" sz="1400">
                <a:solidFill>
                  <a:srgbClr val="C8AA6E"/>
                </a:solidFill>
                <a:latin typeface="Georgia Pro" panose="02040502050405020303" pitchFamily="18" charset="0"/>
                <a:ea typeface="Noto Sans KR Light" panose="020B0200000000000000" pitchFamily="50" charset="-127"/>
              </a:rPr>
              <a:t>정점은 Emitter 공유 </a:t>
            </a:r>
            <a:br>
              <a:rPr lang="en-US" altLang="ko-KR" sz="1400">
                <a:solidFill>
                  <a:srgbClr val="C8AA6E"/>
                </a:solidFill>
                <a:latin typeface="Georgia Pro" panose="02040502050405020303" pitchFamily="18" charset="0"/>
                <a:ea typeface="Noto Sans KR Light" panose="020B0200000000000000" pitchFamily="50" charset="-127"/>
              </a:rPr>
            </a:br>
            <a:r>
              <a:rPr lang="ko-KR" altLang="en-US" sz="1400">
                <a:solidFill>
                  <a:srgbClr val="C8AA6E"/>
                </a:solidFill>
                <a:latin typeface="Georgia Pro" panose="02040502050405020303" pitchFamily="18" charset="0"/>
                <a:ea typeface="Noto Sans KR Light" panose="020B0200000000000000" pitchFamily="50" charset="-127"/>
              </a:rPr>
              <a:t>버퍼에 누적되어 </a:t>
            </a:r>
            <a:r>
              <a:rPr lang="ko-KR" altLang="en-US" sz="1400" err="1">
                <a:solidFill>
                  <a:srgbClr val="C8AA6E"/>
                </a:solidFill>
                <a:latin typeface="Georgia Pro" panose="02040502050405020303" pitchFamily="18" charset="0"/>
                <a:ea typeface="Noto Sans KR Light" panose="020B0200000000000000" pitchFamily="50" charset="-127"/>
              </a:rPr>
              <a:t>배칭</a:t>
            </a:r>
            <a:r>
              <a:rPr lang="en-US" altLang="ko-KR" sz="1400">
                <a:solidFill>
                  <a:srgbClr val="C8AA6E"/>
                </a:solidFill>
                <a:latin typeface="Georgia Pro" panose="02040502050405020303" pitchFamily="18" charset="0"/>
                <a:ea typeface="Noto Sans KR Light" panose="020B0200000000000000" pitchFamily="50" charset="-127"/>
              </a:rPr>
              <a:t>.</a:t>
            </a:r>
            <a:endParaRPr lang="ko-KR" altLang="en-US" sz="1400">
              <a:solidFill>
                <a:srgbClr val="C8AA6E"/>
              </a:solidFill>
              <a:latin typeface="Georgia Pro" panose="02040502050405020303" pitchFamily="18" charset="0"/>
              <a:ea typeface="Noto Sans KR Light" panose="020B0200000000000000" pitchFamily="50" charset="-127"/>
            </a:endParaRPr>
          </a:p>
          <a:p>
            <a:pPr marL="171450" indent="-171450">
              <a:buFont typeface="Calibri"/>
              <a:buChar char="-"/>
            </a:pPr>
            <a:endParaRPr lang="ko-KR" altLang="en-US" sz="1400">
              <a:solidFill>
                <a:srgbClr val="C8AA6E"/>
              </a:solidFill>
              <a:latin typeface="Georgia Pro" panose="02040502050405020303" pitchFamily="18" charset="0"/>
              <a:ea typeface="Noto Sans KR Light" panose="020B0200000000000000" pitchFamily="50" charset="-127"/>
            </a:endParaRPr>
          </a:p>
          <a:p>
            <a:pPr marL="171450" indent="-171450">
              <a:buFont typeface="Calibri"/>
              <a:buChar char="-"/>
            </a:pPr>
            <a:r>
              <a:rPr lang="ko-KR" altLang="en-US" sz="1400">
                <a:solidFill>
                  <a:srgbClr val="C8AA6E"/>
                </a:solidFill>
                <a:latin typeface="Georgia Pro"/>
                <a:ea typeface="Noto Sans KR Light"/>
              </a:rPr>
              <a:t>Per-Particle 정렬 불가 </a:t>
            </a:r>
            <a:r>
              <a:rPr lang="en-US" altLang="ko-KR" sz="1400">
                <a:solidFill>
                  <a:srgbClr val="C8AA6E"/>
                </a:solidFill>
                <a:latin typeface="Georgia Pro"/>
                <a:ea typeface="Noto Sans KR Light"/>
              </a:rPr>
              <a:t>.</a:t>
            </a:r>
            <a:endParaRPr lang="ko-KR" altLang="en-US" sz="1400">
              <a:solidFill>
                <a:srgbClr val="C8AA6E"/>
              </a:solidFill>
              <a:latin typeface="Georgia Pro"/>
              <a:ea typeface="Noto Sans KR Light"/>
            </a:endParaRPr>
          </a:p>
          <a:p>
            <a:pPr marL="171450" indent="-171450">
              <a:buFont typeface="Calibri"/>
              <a:buChar char="-"/>
            </a:pPr>
            <a:endParaRPr lang="ko-KR" altLang="en-US" sz="1400">
              <a:solidFill>
                <a:srgbClr val="C8AA6E"/>
              </a:solidFill>
              <a:latin typeface="Georgia Pro" panose="02040502050405020303" pitchFamily="18" charset="0"/>
              <a:ea typeface="Noto Sans KR Light" panose="020B0200000000000000" pitchFamily="50" charset="-127"/>
            </a:endParaRPr>
          </a:p>
        </p:txBody>
      </p:sp>
      <p:sp>
        <p:nvSpPr>
          <p:cNvPr id="49" name="TextBox 48">
            <a:extLst>
              <a:ext uri="{FF2B5EF4-FFF2-40B4-BE49-F238E27FC236}">
                <a16:creationId xmlns:a16="http://schemas.microsoft.com/office/drawing/2014/main" id="{6867AD75-4577-C6EB-8AEE-3F6EC4D41221}"/>
              </a:ext>
            </a:extLst>
          </p:cNvPr>
          <p:cNvSpPr txBox="1"/>
          <p:nvPr/>
        </p:nvSpPr>
        <p:spPr>
          <a:xfrm>
            <a:off x="9552521" y="4568126"/>
            <a:ext cx="2196753"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Calibri"/>
              <a:buChar char="-"/>
            </a:pPr>
            <a:r>
              <a:rPr lang="ko-KR" altLang="en-US" sz="1600">
                <a:solidFill>
                  <a:srgbClr val="C8AA6E"/>
                </a:solidFill>
                <a:latin typeface="Georgia Pro" panose="02040502050405020303" pitchFamily="18" charset="0"/>
                <a:ea typeface="Noto Sans KR Light" panose="020B0200000000000000" pitchFamily="50" charset="-127"/>
              </a:rPr>
              <a:t>각 </a:t>
            </a:r>
            <a:r>
              <a:rPr lang="ko-KR" altLang="en-US" sz="1600" err="1">
                <a:solidFill>
                  <a:srgbClr val="C8AA6E"/>
                </a:solidFill>
                <a:latin typeface="Georgia Pro" panose="02040502050405020303" pitchFamily="18" charset="0"/>
                <a:ea typeface="Noto Sans KR Light" panose="020B0200000000000000" pitchFamily="50" charset="-127"/>
              </a:rPr>
              <a:t>파티클마다</a:t>
            </a:r>
            <a:r>
              <a:rPr lang="ko-KR" altLang="en-US" sz="1600">
                <a:solidFill>
                  <a:srgbClr val="C8AA6E"/>
                </a:solidFill>
                <a:latin typeface="Georgia Pro" panose="02040502050405020303" pitchFamily="18" charset="0"/>
                <a:ea typeface="Noto Sans KR Light" panose="020B0200000000000000" pitchFamily="50" charset="-127"/>
              </a:rPr>
              <a:t> 양 옆의 정점을 만들어 이어 </a:t>
            </a:r>
            <a:r>
              <a:rPr lang="ko-KR" altLang="en-US" sz="1600" err="1">
                <a:solidFill>
                  <a:srgbClr val="C8AA6E"/>
                </a:solidFill>
                <a:latin typeface="Georgia Pro" panose="02040502050405020303" pitchFamily="18" charset="0"/>
                <a:ea typeface="Noto Sans KR Light" panose="020B0200000000000000" pitchFamily="50" charset="-127"/>
              </a:rPr>
              <a:t>quad를</a:t>
            </a:r>
            <a:r>
              <a:rPr lang="ko-KR" altLang="en-US" sz="1600">
                <a:solidFill>
                  <a:srgbClr val="C8AA6E"/>
                </a:solidFill>
                <a:latin typeface="Georgia Pro" panose="02040502050405020303" pitchFamily="18" charset="0"/>
                <a:ea typeface="Noto Sans KR Light" panose="020B0200000000000000" pitchFamily="50" charset="-127"/>
              </a:rPr>
              <a:t> 만듦</a:t>
            </a:r>
            <a:r>
              <a:rPr lang="en-US" altLang="ko-KR" sz="1600">
                <a:solidFill>
                  <a:srgbClr val="C8AA6E"/>
                </a:solidFill>
                <a:latin typeface="Georgia Pro" panose="02040502050405020303" pitchFamily="18" charset="0"/>
                <a:ea typeface="Noto Sans KR Light" panose="020B0200000000000000" pitchFamily="50" charset="-127"/>
              </a:rPr>
              <a:t>.</a:t>
            </a:r>
            <a:endParaRPr lang="ko-KR" altLang="en-US" sz="1600">
              <a:solidFill>
                <a:srgbClr val="C8AA6E"/>
              </a:solidFill>
              <a:latin typeface="Georgia Pro" panose="02040502050405020303" pitchFamily="18" charset="0"/>
              <a:ea typeface="Noto Sans KR Light" panose="020B0200000000000000" pitchFamily="50" charset="-127"/>
            </a:endParaRPr>
          </a:p>
          <a:p>
            <a:pPr marL="171450" indent="-171450">
              <a:buFont typeface="Calibri"/>
              <a:buChar char="-"/>
            </a:pPr>
            <a:endParaRPr lang="ko-KR" altLang="en-US" sz="1600">
              <a:solidFill>
                <a:srgbClr val="C8AA6E"/>
              </a:solidFill>
              <a:latin typeface="Georgia Pro" panose="02040502050405020303" pitchFamily="18" charset="0"/>
              <a:ea typeface="Noto Sans KR Light" panose="020B0200000000000000" pitchFamily="50" charset="-127"/>
            </a:endParaRPr>
          </a:p>
          <a:p>
            <a:pPr marL="171450" indent="-171450">
              <a:buFont typeface="Calibri"/>
              <a:buChar char="-"/>
            </a:pPr>
            <a:r>
              <a:rPr lang="ko-KR" altLang="en-US" sz="1600">
                <a:solidFill>
                  <a:srgbClr val="C8AA6E"/>
                </a:solidFill>
                <a:latin typeface="Georgia Pro" panose="02040502050405020303" pitchFamily="18" charset="0"/>
                <a:ea typeface="Noto Sans KR Light" panose="020B0200000000000000" pitchFamily="50" charset="-127"/>
              </a:rPr>
              <a:t>각 </a:t>
            </a:r>
            <a:r>
              <a:rPr lang="ko-KR" altLang="en-US" sz="1600" err="1">
                <a:solidFill>
                  <a:srgbClr val="C8AA6E"/>
                </a:solidFill>
                <a:latin typeface="Georgia Pro" panose="02040502050405020303" pitchFamily="18" charset="0"/>
                <a:ea typeface="Noto Sans KR Light" panose="020B0200000000000000" pitchFamily="50" charset="-127"/>
              </a:rPr>
              <a:t>quad를</a:t>
            </a:r>
            <a:r>
              <a:rPr lang="ko-KR" altLang="en-US" sz="1600">
                <a:solidFill>
                  <a:srgbClr val="C8AA6E"/>
                </a:solidFill>
                <a:latin typeface="Georgia Pro" panose="02040502050405020303" pitchFamily="18" charset="0"/>
                <a:ea typeface="Noto Sans KR Light" panose="020B0200000000000000" pitchFamily="50" charset="-127"/>
              </a:rPr>
              <a:t> 전부 </a:t>
            </a:r>
            <a:r>
              <a:rPr lang="ko-KR" altLang="en-US" sz="1600" err="1">
                <a:solidFill>
                  <a:srgbClr val="C8AA6E"/>
                </a:solidFill>
                <a:latin typeface="Georgia Pro" panose="02040502050405020303" pitchFamily="18" charset="0"/>
                <a:ea typeface="Noto Sans KR Light" panose="020B0200000000000000" pitchFamily="50" charset="-127"/>
              </a:rPr>
              <a:t>이어붙여</a:t>
            </a:r>
            <a:r>
              <a:rPr lang="ko-KR" altLang="en-US" sz="1600">
                <a:solidFill>
                  <a:srgbClr val="C8AA6E"/>
                </a:solidFill>
                <a:latin typeface="Georgia Pro" panose="02040502050405020303" pitchFamily="18" charset="0"/>
                <a:ea typeface="Noto Sans KR Light" panose="020B0200000000000000" pitchFamily="50" charset="-127"/>
              </a:rPr>
              <a:t> 하나의 긴 띠를 만듦</a:t>
            </a:r>
            <a:r>
              <a:rPr lang="en-US" altLang="ko-KR" sz="1600">
                <a:solidFill>
                  <a:srgbClr val="C8AA6E"/>
                </a:solidFill>
                <a:latin typeface="Georgia Pro" panose="02040502050405020303" pitchFamily="18" charset="0"/>
                <a:ea typeface="Noto Sans KR Light" panose="020B0200000000000000" pitchFamily="50" charset="-127"/>
              </a:rPr>
              <a:t>.</a:t>
            </a:r>
            <a:endParaRPr lang="ko-KR" altLang="en-US" sz="1600">
              <a:solidFill>
                <a:srgbClr val="C8AA6E"/>
              </a:solidFill>
              <a:latin typeface="Georgia Pro" panose="02040502050405020303" pitchFamily="18" charset="0"/>
              <a:ea typeface="Noto Sans KR Light" panose="020B0200000000000000" pitchFamily="50" charset="-127"/>
            </a:endParaRPr>
          </a:p>
        </p:txBody>
      </p:sp>
      <p:cxnSp>
        <p:nvCxnSpPr>
          <p:cNvPr id="3" name="Straight Arrow Connector 2">
            <a:extLst>
              <a:ext uri="{FF2B5EF4-FFF2-40B4-BE49-F238E27FC236}">
                <a16:creationId xmlns:a16="http://schemas.microsoft.com/office/drawing/2014/main" id="{BC6D3642-1D9F-EC95-5A1C-181293404890}"/>
              </a:ext>
            </a:extLst>
          </p:cNvPr>
          <p:cNvCxnSpPr/>
          <p:nvPr/>
        </p:nvCxnSpPr>
        <p:spPr>
          <a:xfrm flipH="1">
            <a:off x="3241040" y="1757680"/>
            <a:ext cx="10160" cy="4754880"/>
          </a:xfrm>
          <a:prstGeom prst="straightConnector1">
            <a:avLst/>
          </a:prstGeom>
          <a:ln>
            <a:solidFill>
              <a:srgbClr val="C8AA6E"/>
            </a:solidFill>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7C90F677-A23B-F4F3-272C-ABD8BF776C22}"/>
              </a:ext>
            </a:extLst>
          </p:cNvPr>
          <p:cNvCxnSpPr>
            <a:cxnSpLocks/>
          </p:cNvCxnSpPr>
          <p:nvPr/>
        </p:nvCxnSpPr>
        <p:spPr>
          <a:xfrm flipH="1">
            <a:off x="6167120" y="1757679"/>
            <a:ext cx="10160" cy="4754880"/>
          </a:xfrm>
          <a:prstGeom prst="straightConnector1">
            <a:avLst/>
          </a:prstGeom>
          <a:ln>
            <a:solidFill>
              <a:srgbClr val="C8AA6E"/>
            </a:solidFill>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DF05BFF8-D45E-15D6-0979-9DEF6B81A517}"/>
              </a:ext>
            </a:extLst>
          </p:cNvPr>
          <p:cNvCxnSpPr>
            <a:cxnSpLocks/>
          </p:cNvCxnSpPr>
          <p:nvPr/>
        </p:nvCxnSpPr>
        <p:spPr>
          <a:xfrm flipH="1">
            <a:off x="9113520" y="1757678"/>
            <a:ext cx="10160" cy="4754880"/>
          </a:xfrm>
          <a:prstGeom prst="straightConnector1">
            <a:avLst/>
          </a:prstGeom>
          <a:ln>
            <a:solidFill>
              <a:srgbClr val="C8AA6E"/>
            </a:solidFill>
          </a:ln>
        </p:spPr>
        <p:style>
          <a:lnRef idx="1">
            <a:schemeClr val="accent1"/>
          </a:lnRef>
          <a:fillRef idx="0">
            <a:schemeClr val="accent1"/>
          </a:fillRef>
          <a:effectRef idx="0">
            <a:schemeClr val="accent1"/>
          </a:effectRef>
          <a:fontRef idx="minor">
            <a:schemeClr val="tx1"/>
          </a:fontRef>
        </p:style>
      </p:cxnSp>
      <p:sp>
        <p:nvSpPr>
          <p:cNvPr id="12" name="제목 1">
            <a:extLst>
              <a:ext uri="{FF2B5EF4-FFF2-40B4-BE49-F238E27FC236}">
                <a16:creationId xmlns:a16="http://schemas.microsoft.com/office/drawing/2014/main" id="{22611CBA-7933-534D-BFE5-0FD7C6EAC7CE}"/>
              </a:ext>
            </a:extLst>
          </p:cNvPr>
          <p:cNvSpPr txBox="1">
            <a:spLocks/>
          </p:cNvSpPr>
          <p:nvPr/>
        </p:nvSpPr>
        <p:spPr>
          <a:xfrm>
            <a:off x="385370" y="87725"/>
            <a:ext cx="7882329"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a:lstStyle>
          <a:p>
            <a:r>
              <a:rPr lang="en-US" altLang="ko-KR" sz="3600"/>
              <a:t>Rendering by Type</a:t>
            </a:r>
          </a:p>
        </p:txBody>
      </p:sp>
    </p:spTree>
    <p:extLst>
      <p:ext uri="{BB962C8B-B14F-4D97-AF65-F5344CB8AC3E}">
        <p14:creationId xmlns:p14="http://schemas.microsoft.com/office/powerpoint/2010/main" val="2177642370"/>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4BB0A-A8B9-11C0-7C2B-060056DF7C9B}"/>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126EC11C-661C-259D-2538-8AB601239798}"/>
              </a:ext>
            </a:extLst>
          </p:cNvPr>
          <p:cNvSpPr/>
          <p:nvPr/>
        </p:nvSpPr>
        <p:spPr>
          <a:xfrm>
            <a:off x="0" y="1"/>
            <a:ext cx="95250" cy="6858000"/>
          </a:xfrm>
          <a:prstGeom prst="rect">
            <a:avLst/>
          </a:prstGeom>
          <a:solidFill>
            <a:srgbClr val="C8A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Picture 8">
            <a:extLst>
              <a:ext uri="{FF2B5EF4-FFF2-40B4-BE49-F238E27FC236}">
                <a16:creationId xmlns:a16="http://schemas.microsoft.com/office/drawing/2014/main" id="{98673288-2A2D-56F8-5C70-DE5D8B0C555C}"/>
              </a:ext>
            </a:extLst>
          </p:cNvPr>
          <p:cNvPicPr>
            <a:picLocks noChangeAspect="1"/>
          </p:cNvPicPr>
          <p:nvPr/>
        </p:nvPicPr>
        <p:blipFill>
          <a:blip r:embed="rId2"/>
          <a:stretch>
            <a:fillRect/>
          </a:stretch>
        </p:blipFill>
        <p:spPr>
          <a:xfrm>
            <a:off x="1014095" y="2018348"/>
            <a:ext cx="4067810" cy="4081145"/>
          </a:xfrm>
          <a:prstGeom prst="rect">
            <a:avLst/>
          </a:prstGeom>
        </p:spPr>
      </p:pic>
      <p:pic>
        <p:nvPicPr>
          <p:cNvPr id="10" name="Picture 9">
            <a:extLst>
              <a:ext uri="{FF2B5EF4-FFF2-40B4-BE49-F238E27FC236}">
                <a16:creationId xmlns:a16="http://schemas.microsoft.com/office/drawing/2014/main" id="{142D6BFD-AB13-4B55-8E8F-7FC0FC46E7F8}"/>
              </a:ext>
            </a:extLst>
          </p:cNvPr>
          <p:cNvPicPr>
            <a:picLocks noChangeAspect="1"/>
          </p:cNvPicPr>
          <p:nvPr/>
        </p:nvPicPr>
        <p:blipFill>
          <a:blip r:embed="rId3"/>
          <a:stretch>
            <a:fillRect/>
          </a:stretch>
        </p:blipFill>
        <p:spPr>
          <a:xfrm>
            <a:off x="6635115" y="2018030"/>
            <a:ext cx="4062730" cy="4081780"/>
          </a:xfrm>
          <a:prstGeom prst="rect">
            <a:avLst/>
          </a:prstGeom>
        </p:spPr>
      </p:pic>
      <p:sp>
        <p:nvSpPr>
          <p:cNvPr id="6" name="제목 1">
            <a:extLst>
              <a:ext uri="{FF2B5EF4-FFF2-40B4-BE49-F238E27FC236}">
                <a16:creationId xmlns:a16="http://schemas.microsoft.com/office/drawing/2014/main" id="{3ACDAAF8-5B63-3B8E-4FD3-691F5738F5BE}"/>
              </a:ext>
            </a:extLst>
          </p:cNvPr>
          <p:cNvSpPr txBox="1">
            <a:spLocks/>
          </p:cNvSpPr>
          <p:nvPr/>
        </p:nvSpPr>
        <p:spPr>
          <a:xfrm>
            <a:off x="385370" y="87725"/>
            <a:ext cx="7882329"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a:lstStyle>
          <a:p>
            <a:r>
              <a:rPr lang="en-US" altLang="ko-KR" sz="3600"/>
              <a:t>Level of Detail</a:t>
            </a:r>
          </a:p>
        </p:txBody>
      </p:sp>
    </p:spTree>
    <p:extLst>
      <p:ext uri="{BB962C8B-B14F-4D97-AF65-F5344CB8AC3E}">
        <p14:creationId xmlns:p14="http://schemas.microsoft.com/office/powerpoint/2010/main" val="2480066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uild - Free electronics icons">
            <a:extLst>
              <a:ext uri="{FF2B5EF4-FFF2-40B4-BE49-F238E27FC236}">
                <a16:creationId xmlns:a16="http://schemas.microsoft.com/office/drawing/2014/main" id="{5C6E9C25-6A1D-B85B-01A4-78C04F8C66A9}"/>
              </a:ext>
            </a:extLst>
          </p:cNvPr>
          <p:cNvPicPr>
            <a:picLocks noChangeAspect="1"/>
          </p:cNvPicPr>
          <p:nvPr/>
        </p:nvPicPr>
        <p:blipFill>
          <a:blip r:embed="rId2"/>
          <a:stretch>
            <a:fillRect/>
          </a:stretch>
        </p:blipFill>
        <p:spPr>
          <a:xfrm>
            <a:off x="435906" y="2383778"/>
            <a:ext cx="1847850" cy="1866900"/>
          </a:xfrm>
          <a:prstGeom prst="rect">
            <a:avLst/>
          </a:prstGeom>
        </p:spPr>
      </p:pic>
      <p:sp>
        <p:nvSpPr>
          <p:cNvPr id="7" name="Title 1">
            <a:extLst>
              <a:ext uri="{FF2B5EF4-FFF2-40B4-BE49-F238E27FC236}">
                <a16:creationId xmlns:a16="http://schemas.microsoft.com/office/drawing/2014/main" id="{0C23297E-AFC6-3C66-8B9C-E919C05D9A16}"/>
              </a:ext>
            </a:extLst>
          </p:cNvPr>
          <p:cNvSpPr txBox="1">
            <a:spLocks/>
          </p:cNvSpPr>
          <p:nvPr/>
        </p:nvSpPr>
        <p:spPr>
          <a:xfrm>
            <a:off x="838200" y="742671"/>
            <a:ext cx="105156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a:lstStyle>
          <a:p>
            <a:pPr algn="ctr"/>
            <a:r>
              <a:rPr lang="ko-KR" altLang="en-US" sz="2400">
                <a:latin typeface="Georgia Pro"/>
                <a:ea typeface="Noto Sans KR Light"/>
              </a:rPr>
              <a:t>빌드에 맞는 </a:t>
            </a:r>
            <a:r>
              <a:rPr lang="ko-KR" altLang="en-US" sz="2400" err="1">
                <a:latin typeface="Georgia Pro"/>
                <a:ea typeface="Noto Sans KR Light"/>
              </a:rPr>
              <a:t>PDB를</a:t>
            </a:r>
            <a:r>
              <a:rPr lang="ko-KR" altLang="en-US" sz="2400">
                <a:latin typeface="Georgia Pro"/>
                <a:ea typeface="Noto Sans KR Light"/>
              </a:rPr>
              <a:t> 서버에서 찾아 함수명을 복원하기 위해 사용</a:t>
            </a:r>
            <a:endParaRPr lang="en-US" sz="2400"/>
          </a:p>
        </p:txBody>
      </p:sp>
      <p:pic>
        <p:nvPicPr>
          <p:cNvPr id="8" name="Picture 7" descr="Pdb File Format Variant Vector SVG Icon - SVG Repo">
            <a:extLst>
              <a:ext uri="{FF2B5EF4-FFF2-40B4-BE49-F238E27FC236}">
                <a16:creationId xmlns:a16="http://schemas.microsoft.com/office/drawing/2014/main" id="{E3C57AF6-AC73-2B04-06B4-04B54CF6C98E}"/>
              </a:ext>
            </a:extLst>
          </p:cNvPr>
          <p:cNvPicPr>
            <a:picLocks noChangeAspect="1"/>
          </p:cNvPicPr>
          <p:nvPr/>
        </p:nvPicPr>
        <p:blipFill>
          <a:blip r:embed="rId3"/>
          <a:stretch>
            <a:fillRect/>
          </a:stretch>
        </p:blipFill>
        <p:spPr>
          <a:xfrm>
            <a:off x="8771376" y="3829237"/>
            <a:ext cx="1179677" cy="1197194"/>
          </a:xfrm>
          <a:prstGeom prst="rect">
            <a:avLst/>
          </a:prstGeom>
        </p:spPr>
      </p:pic>
      <p:sp>
        <p:nvSpPr>
          <p:cNvPr id="10" name="내용 개체 틀 2">
            <a:extLst>
              <a:ext uri="{FF2B5EF4-FFF2-40B4-BE49-F238E27FC236}">
                <a16:creationId xmlns:a16="http://schemas.microsoft.com/office/drawing/2014/main" id="{015C3EBE-713A-7C0A-E55C-6B968FD718F4}"/>
              </a:ext>
            </a:extLst>
          </p:cNvPr>
          <p:cNvSpPr txBox="1">
            <a:spLocks/>
          </p:cNvSpPr>
          <p:nvPr/>
        </p:nvSpPr>
        <p:spPr>
          <a:xfrm>
            <a:off x="8387340" y="3544019"/>
            <a:ext cx="3454031" cy="2949005"/>
          </a:xfrm>
          <a:prstGeom prst="rect">
            <a:avLst/>
          </a:prstGeom>
          <a:ln w="28575">
            <a:solidFill>
              <a:srgbClr val="C8AA6E"/>
            </a:solidFill>
          </a:ln>
        </p:spPr>
        <p:txBody>
          <a:bodyPr vert="horz" lIns="91440" tIns="45720" rIns="91440" bIns="45720" rtlCol="0" anchor="t">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err="1"/>
          </a:p>
        </p:txBody>
      </p:sp>
      <p:pic>
        <p:nvPicPr>
          <p:cNvPr id="11" name="Picture 10" descr="Pdb File Format Variant Vector SVG Icon - SVG Repo">
            <a:extLst>
              <a:ext uri="{FF2B5EF4-FFF2-40B4-BE49-F238E27FC236}">
                <a16:creationId xmlns:a16="http://schemas.microsoft.com/office/drawing/2014/main" id="{70BC3ED1-4F63-EEFC-6234-46277477DBA3}"/>
              </a:ext>
            </a:extLst>
          </p:cNvPr>
          <p:cNvPicPr>
            <a:picLocks noChangeAspect="1"/>
          </p:cNvPicPr>
          <p:nvPr/>
        </p:nvPicPr>
        <p:blipFill>
          <a:blip r:embed="rId3"/>
          <a:stretch>
            <a:fillRect/>
          </a:stretch>
        </p:blipFill>
        <p:spPr>
          <a:xfrm>
            <a:off x="10111445" y="3829236"/>
            <a:ext cx="1179677" cy="1197194"/>
          </a:xfrm>
          <a:prstGeom prst="rect">
            <a:avLst/>
          </a:prstGeom>
        </p:spPr>
      </p:pic>
      <p:pic>
        <p:nvPicPr>
          <p:cNvPr id="12" name="Picture 11" descr="Pdb File Format Variant Vector SVG Icon - SVG Repo">
            <a:extLst>
              <a:ext uri="{FF2B5EF4-FFF2-40B4-BE49-F238E27FC236}">
                <a16:creationId xmlns:a16="http://schemas.microsoft.com/office/drawing/2014/main" id="{ECAB1154-639E-1C5A-8F62-0D131BDF6E6B}"/>
              </a:ext>
            </a:extLst>
          </p:cNvPr>
          <p:cNvPicPr>
            <a:picLocks noChangeAspect="1"/>
          </p:cNvPicPr>
          <p:nvPr/>
        </p:nvPicPr>
        <p:blipFill>
          <a:blip r:embed="rId3"/>
          <a:stretch>
            <a:fillRect/>
          </a:stretch>
        </p:blipFill>
        <p:spPr>
          <a:xfrm>
            <a:off x="8771375" y="5186823"/>
            <a:ext cx="1179677" cy="1197194"/>
          </a:xfrm>
          <a:prstGeom prst="rect">
            <a:avLst/>
          </a:prstGeom>
        </p:spPr>
      </p:pic>
      <p:pic>
        <p:nvPicPr>
          <p:cNvPr id="13" name="Picture 12" descr="Pdb File Format Variant Vector SVG Icon - SVG Repo">
            <a:extLst>
              <a:ext uri="{FF2B5EF4-FFF2-40B4-BE49-F238E27FC236}">
                <a16:creationId xmlns:a16="http://schemas.microsoft.com/office/drawing/2014/main" id="{634CD1C2-4FC1-707D-1A89-3AE0EF2D6CC2}"/>
              </a:ext>
            </a:extLst>
          </p:cNvPr>
          <p:cNvPicPr>
            <a:picLocks noChangeAspect="1"/>
          </p:cNvPicPr>
          <p:nvPr/>
        </p:nvPicPr>
        <p:blipFill>
          <a:blip r:embed="rId3"/>
          <a:stretch>
            <a:fillRect/>
          </a:stretch>
        </p:blipFill>
        <p:spPr>
          <a:xfrm>
            <a:off x="10106898" y="5184715"/>
            <a:ext cx="1179677" cy="1197194"/>
          </a:xfrm>
          <a:prstGeom prst="rect">
            <a:avLst/>
          </a:prstGeom>
        </p:spPr>
      </p:pic>
      <p:sp>
        <p:nvSpPr>
          <p:cNvPr id="15" name="Title 1">
            <a:extLst>
              <a:ext uri="{FF2B5EF4-FFF2-40B4-BE49-F238E27FC236}">
                <a16:creationId xmlns:a16="http://schemas.microsoft.com/office/drawing/2014/main" id="{43A758B6-6283-0756-7E8F-A1B7BAA46354}"/>
              </a:ext>
            </a:extLst>
          </p:cNvPr>
          <p:cNvSpPr txBox="1">
            <a:spLocks/>
          </p:cNvSpPr>
          <p:nvPr/>
        </p:nvSpPr>
        <p:spPr>
          <a:xfrm>
            <a:off x="930339" y="2043974"/>
            <a:ext cx="854491" cy="31516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a:lstStyle>
          <a:p>
            <a:r>
              <a:rPr lang="ko-KR" altLang="en-US" sz="1600">
                <a:latin typeface="Georgia Pro"/>
                <a:ea typeface="Noto Sans KR Light"/>
              </a:rPr>
              <a:t>Build</a:t>
            </a:r>
            <a:endParaRPr lang="en-US"/>
          </a:p>
        </p:txBody>
      </p:sp>
      <p:sp>
        <p:nvSpPr>
          <p:cNvPr id="16" name="Title 1">
            <a:extLst>
              <a:ext uri="{FF2B5EF4-FFF2-40B4-BE49-F238E27FC236}">
                <a16:creationId xmlns:a16="http://schemas.microsoft.com/office/drawing/2014/main" id="{3F615F57-B985-6523-24FE-7240287C8DA1}"/>
              </a:ext>
            </a:extLst>
          </p:cNvPr>
          <p:cNvSpPr txBox="1">
            <a:spLocks/>
          </p:cNvSpPr>
          <p:nvPr/>
        </p:nvSpPr>
        <p:spPr>
          <a:xfrm>
            <a:off x="9362087" y="3022837"/>
            <a:ext cx="1949668" cy="52852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a:lstStyle>
          <a:p>
            <a:r>
              <a:rPr lang="ko-KR" altLang="en-US" sz="1600">
                <a:latin typeface="Georgia Pro"/>
                <a:ea typeface="Noto Sans KR Light"/>
              </a:rPr>
              <a:t>Symbol Server</a:t>
            </a:r>
            <a:endParaRPr lang="en-US"/>
          </a:p>
        </p:txBody>
      </p:sp>
      <p:cxnSp>
        <p:nvCxnSpPr>
          <p:cNvPr id="20" name="Straight Arrow Connector 19">
            <a:extLst>
              <a:ext uri="{FF2B5EF4-FFF2-40B4-BE49-F238E27FC236}">
                <a16:creationId xmlns:a16="http://schemas.microsoft.com/office/drawing/2014/main" id="{928F57CB-B0B2-4F3A-1435-7997820A98D3}"/>
              </a:ext>
            </a:extLst>
          </p:cNvPr>
          <p:cNvCxnSpPr/>
          <p:nvPr/>
        </p:nvCxnSpPr>
        <p:spPr>
          <a:xfrm flipV="1">
            <a:off x="2142708" y="3245243"/>
            <a:ext cx="1283663" cy="1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제목 1">
            <a:extLst>
              <a:ext uri="{FF2B5EF4-FFF2-40B4-BE49-F238E27FC236}">
                <a16:creationId xmlns:a16="http://schemas.microsoft.com/office/drawing/2014/main" id="{9165CDE8-C8E6-2054-B7BE-64E0EE47750F}"/>
              </a:ext>
            </a:extLst>
          </p:cNvPr>
          <p:cNvSpPr txBox="1">
            <a:spLocks/>
          </p:cNvSpPr>
          <p:nvPr/>
        </p:nvSpPr>
        <p:spPr>
          <a:xfrm>
            <a:off x="385370" y="87725"/>
            <a:ext cx="7882329"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rgbClr val="C8AA6E"/>
                </a:solidFill>
                <a:latin typeface="Georgia Pro" panose="02040502050405020303" pitchFamily="18" charset="0"/>
                <a:ea typeface="Noto Sans KR Light" panose="020B0200000000000000" pitchFamily="50" charset="-127"/>
                <a:cs typeface="+mj-cs"/>
              </a:defRPr>
            </a:lvl1pPr>
          </a:lstStyle>
          <a:p>
            <a:r>
              <a:rPr lang="en-US" altLang="ko-KR" sz="3600"/>
              <a:t>Symbol Server</a:t>
            </a:r>
          </a:p>
        </p:txBody>
      </p:sp>
      <p:sp>
        <p:nvSpPr>
          <p:cNvPr id="22" name="직사각형 21">
            <a:extLst>
              <a:ext uri="{FF2B5EF4-FFF2-40B4-BE49-F238E27FC236}">
                <a16:creationId xmlns:a16="http://schemas.microsoft.com/office/drawing/2014/main" id="{9D837487-2E8A-06D5-EAA9-30D004EB34C6}"/>
              </a:ext>
            </a:extLst>
          </p:cNvPr>
          <p:cNvSpPr/>
          <p:nvPr/>
        </p:nvSpPr>
        <p:spPr>
          <a:xfrm>
            <a:off x="0" y="1"/>
            <a:ext cx="95250" cy="6858000"/>
          </a:xfrm>
          <a:prstGeom prst="rect">
            <a:avLst/>
          </a:prstGeom>
          <a:solidFill>
            <a:srgbClr val="C8A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내용 개체 틀 2">
            <a:extLst>
              <a:ext uri="{FF2B5EF4-FFF2-40B4-BE49-F238E27FC236}">
                <a16:creationId xmlns:a16="http://schemas.microsoft.com/office/drawing/2014/main" id="{F8B0DA62-1BC2-6C00-6CE4-DE14091327D7}"/>
              </a:ext>
            </a:extLst>
          </p:cNvPr>
          <p:cNvSpPr txBox="1">
            <a:spLocks/>
          </p:cNvSpPr>
          <p:nvPr/>
        </p:nvSpPr>
        <p:spPr>
          <a:xfrm>
            <a:off x="3427964" y="2778125"/>
            <a:ext cx="1752074" cy="936184"/>
          </a:xfrm>
          <a:prstGeom prst="rect">
            <a:avLst/>
          </a:prstGeom>
          <a:ln w="28575">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ko-KR" sz="2000">
              <a:latin typeface="Georgia Pro"/>
              <a:ea typeface="HY중고딕"/>
            </a:endParaRPr>
          </a:p>
          <a:p>
            <a:pPr marL="0" indent="0" algn="ctr">
              <a:buNone/>
            </a:pPr>
            <a:r>
              <a:rPr lang="en-US" altLang="ko-KR" sz="2000">
                <a:latin typeface="Georgia Pro"/>
                <a:ea typeface="HY중고딕"/>
              </a:rPr>
              <a:t>Srctool.exe</a:t>
            </a:r>
            <a:endParaRPr lang="en-US" sz="2000"/>
          </a:p>
          <a:p>
            <a:pPr marL="0" indent="0">
              <a:buNone/>
            </a:pPr>
            <a:endParaRPr lang="en-US" altLang="ko-KR" sz="2000"/>
          </a:p>
        </p:txBody>
      </p:sp>
      <p:cxnSp>
        <p:nvCxnSpPr>
          <p:cNvPr id="9" name="Straight Arrow Connector 8">
            <a:extLst>
              <a:ext uri="{FF2B5EF4-FFF2-40B4-BE49-F238E27FC236}">
                <a16:creationId xmlns:a16="http://schemas.microsoft.com/office/drawing/2014/main" id="{5DC15B02-6DCD-CC21-E7F2-1A698181A6FB}"/>
              </a:ext>
            </a:extLst>
          </p:cNvPr>
          <p:cNvCxnSpPr>
            <a:cxnSpLocks/>
          </p:cNvCxnSpPr>
          <p:nvPr/>
        </p:nvCxnSpPr>
        <p:spPr>
          <a:xfrm flipH="1">
            <a:off x="4218851" y="3764804"/>
            <a:ext cx="6657" cy="984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내용 개체 틀 2">
            <a:extLst>
              <a:ext uri="{FF2B5EF4-FFF2-40B4-BE49-F238E27FC236}">
                <a16:creationId xmlns:a16="http://schemas.microsoft.com/office/drawing/2014/main" id="{66F2C29E-43A3-82DC-7F98-AC2503CEA4EC}"/>
              </a:ext>
            </a:extLst>
          </p:cNvPr>
          <p:cNvSpPr txBox="1">
            <a:spLocks/>
          </p:cNvSpPr>
          <p:nvPr/>
        </p:nvSpPr>
        <p:spPr>
          <a:xfrm>
            <a:off x="3346683" y="4739005"/>
            <a:ext cx="1752074" cy="936184"/>
          </a:xfrm>
          <a:prstGeom prst="rect">
            <a:avLst/>
          </a:prstGeom>
          <a:ln w="28575">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ko-KR" sz="2000">
                <a:latin typeface="Georgia Pro"/>
                <a:ea typeface="HY중고딕"/>
              </a:rPr>
              <a:t>Pdbstr.exe</a:t>
            </a:r>
          </a:p>
        </p:txBody>
      </p:sp>
      <p:cxnSp>
        <p:nvCxnSpPr>
          <p:cNvPr id="17" name="Straight Arrow Connector 16">
            <a:extLst>
              <a:ext uri="{FF2B5EF4-FFF2-40B4-BE49-F238E27FC236}">
                <a16:creationId xmlns:a16="http://schemas.microsoft.com/office/drawing/2014/main" id="{A7ECF319-0D6C-5EE9-CEAF-D0F05D8FA2F6}"/>
              </a:ext>
            </a:extLst>
          </p:cNvPr>
          <p:cNvCxnSpPr>
            <a:cxnSpLocks/>
          </p:cNvCxnSpPr>
          <p:nvPr/>
        </p:nvCxnSpPr>
        <p:spPr>
          <a:xfrm flipV="1">
            <a:off x="5119587" y="5155321"/>
            <a:ext cx="816303" cy="11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내용 개체 틀 2">
            <a:extLst>
              <a:ext uri="{FF2B5EF4-FFF2-40B4-BE49-F238E27FC236}">
                <a16:creationId xmlns:a16="http://schemas.microsoft.com/office/drawing/2014/main" id="{B6F8458E-2251-CC63-5E3D-3D79D44DF54F}"/>
              </a:ext>
            </a:extLst>
          </p:cNvPr>
          <p:cNvSpPr txBox="1">
            <a:spLocks/>
          </p:cNvSpPr>
          <p:nvPr/>
        </p:nvSpPr>
        <p:spPr>
          <a:xfrm>
            <a:off x="5937482" y="4840605"/>
            <a:ext cx="1752074" cy="936184"/>
          </a:xfrm>
          <a:prstGeom prst="rect">
            <a:avLst/>
          </a:prstGeom>
          <a:ln w="28575">
            <a:solidFill>
              <a:srgbClr val="C8AA6E"/>
            </a:solidFill>
          </a:ln>
        </p:spPr>
        <p:txBody>
          <a:bodyPr vert="horz" lIns="91440" tIns="45720" rIns="91440" bIns="45720" rtlCol="0" anchor="ct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C8AA6E"/>
                </a:solidFill>
                <a:latin typeface="Georgia Pro" panose="02040502050405020303" pitchFamily="18" charset="0"/>
                <a:ea typeface="HY중고딕" panose="02030600000101010101" pitchFamily="18"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C8AA6E"/>
                </a:solidFill>
                <a:latin typeface="Georgia Pro" panose="02040502050405020303" pitchFamily="18" charset="0"/>
                <a:ea typeface="HY중고딕" panose="02030600000101010101" pitchFamily="18"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C8AA6E"/>
                </a:solidFill>
                <a:latin typeface="Georgia Pro" panose="02040502050405020303" pitchFamily="18" charset="0"/>
                <a:ea typeface="HY중고딕" panose="02030600000101010101" pitchFamily="18"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C8AA6E"/>
                </a:solidFill>
                <a:latin typeface="Georgia Pro" panose="02040502050405020303" pitchFamily="18" charset="0"/>
                <a:ea typeface="HY중고딕" panose="02030600000101010101" pitchFamily="18"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ko-KR" sz="2000">
                <a:latin typeface="Georgia Pro"/>
                <a:ea typeface="HY중고딕"/>
              </a:rPr>
              <a:t>Symstore.exe</a:t>
            </a:r>
            <a:endParaRPr lang="en-US"/>
          </a:p>
        </p:txBody>
      </p:sp>
      <p:cxnSp>
        <p:nvCxnSpPr>
          <p:cNvPr id="19" name="Straight Arrow Connector 18">
            <a:extLst>
              <a:ext uri="{FF2B5EF4-FFF2-40B4-BE49-F238E27FC236}">
                <a16:creationId xmlns:a16="http://schemas.microsoft.com/office/drawing/2014/main" id="{7A40B321-D701-06C9-A8DD-47CDB53A85FA}"/>
              </a:ext>
            </a:extLst>
          </p:cNvPr>
          <p:cNvCxnSpPr>
            <a:cxnSpLocks/>
          </p:cNvCxnSpPr>
          <p:nvPr/>
        </p:nvCxnSpPr>
        <p:spPr>
          <a:xfrm flipV="1">
            <a:off x="7700227" y="5307720"/>
            <a:ext cx="684223" cy="11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6ED7433-1CD3-7DBC-E526-956CDF8FC756}"/>
              </a:ext>
            </a:extLst>
          </p:cNvPr>
          <p:cNvSpPr txBox="1"/>
          <p:nvPr/>
        </p:nvSpPr>
        <p:spPr>
          <a:xfrm>
            <a:off x="3048000" y="228600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a:solidFill>
                  <a:srgbClr val="FF0000"/>
                </a:solidFill>
                <a:ea typeface="맑은 고딕"/>
              </a:rPr>
              <a:t>원본 소스파일은 어디?</a:t>
            </a:r>
            <a:endParaRPr lang="en-US">
              <a:solidFill>
                <a:srgbClr val="FF0000"/>
              </a:solidFill>
              <a:ea typeface="맑은 고딕"/>
            </a:endParaRPr>
          </a:p>
        </p:txBody>
      </p:sp>
      <p:sp>
        <p:nvSpPr>
          <p:cNvPr id="25" name="TextBox 24">
            <a:extLst>
              <a:ext uri="{FF2B5EF4-FFF2-40B4-BE49-F238E27FC236}">
                <a16:creationId xmlns:a16="http://schemas.microsoft.com/office/drawing/2014/main" id="{2845F566-FDA0-2FAE-5884-6A28CB603BA2}"/>
              </a:ext>
            </a:extLst>
          </p:cNvPr>
          <p:cNvSpPr txBox="1"/>
          <p:nvPr/>
        </p:nvSpPr>
        <p:spPr>
          <a:xfrm>
            <a:off x="2387600" y="5781040"/>
            <a:ext cx="355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a:solidFill>
                  <a:srgbClr val="FF0000"/>
                </a:solidFill>
                <a:ea typeface="맑은 고딕"/>
              </a:rPr>
              <a:t>소스의 서버경로를 pdb에 삽입</a:t>
            </a:r>
          </a:p>
        </p:txBody>
      </p:sp>
    </p:spTree>
    <p:extLst>
      <p:ext uri="{BB962C8B-B14F-4D97-AF65-F5344CB8AC3E}">
        <p14:creationId xmlns:p14="http://schemas.microsoft.com/office/powerpoint/2010/main" val="8530330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F2DBF6813BEE09409237611D917F28C9" ma:contentTypeVersion="10" ma:contentTypeDescription="새 문서를 만듭니다." ma:contentTypeScope="" ma:versionID="4064f2587141b6247dc178b857e314fb">
  <xsd:schema xmlns:xsd="http://www.w3.org/2001/XMLSchema" xmlns:xs="http://www.w3.org/2001/XMLSchema" xmlns:p="http://schemas.microsoft.com/office/2006/metadata/properties" xmlns:ns3="efc932e1-1e2c-4d70-ba43-b0d10ef0ba1e" targetNamespace="http://schemas.microsoft.com/office/2006/metadata/properties" ma:root="true" ma:fieldsID="64338e1baedfa03b7d47ef46ab7397f0" ns3:_="">
    <xsd:import namespace="efc932e1-1e2c-4d70-ba43-b0d10ef0ba1e"/>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c932e1-1e2c-4d70-ba43-b0d10ef0ba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fc932e1-1e2c-4d70-ba43-b0d10ef0ba1e" xsi:nil="true"/>
  </documentManagement>
</p:properties>
</file>

<file path=customXml/itemProps1.xml><?xml version="1.0" encoding="utf-8"?>
<ds:datastoreItem xmlns:ds="http://schemas.openxmlformats.org/officeDocument/2006/customXml" ds:itemID="{565E7FA2-D9F8-48D2-B215-3D6CFD2B566A}">
  <ds:schemaRefs>
    <ds:schemaRef ds:uri="http://schemas.microsoft.com/sharepoint/v3/contenttype/forms"/>
  </ds:schemaRefs>
</ds:datastoreItem>
</file>

<file path=customXml/itemProps2.xml><?xml version="1.0" encoding="utf-8"?>
<ds:datastoreItem xmlns:ds="http://schemas.openxmlformats.org/officeDocument/2006/customXml" ds:itemID="{91BC0469-A39A-4D5E-9FC7-27DDEC73D56F}">
  <ds:schemaRefs>
    <ds:schemaRef ds:uri="efc932e1-1e2c-4d70-ba43-b0d10ef0ba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7248C10-3ED6-418A-AACF-8D0869146DE8}">
  <ds:schemaRefs>
    <ds:schemaRef ds:uri="http://schemas.microsoft.com/office/infopath/2007/PartnerControls"/>
    <ds:schemaRef ds:uri="http://purl.org/dc/terms/"/>
    <ds:schemaRef ds:uri="efc932e1-1e2c-4d70-ba43-b0d10ef0ba1e"/>
    <ds:schemaRef ds:uri="http://purl.org/dc/elements/1.1/"/>
    <ds:schemaRef ds:uri="http://schemas.openxmlformats.org/package/2006/metadata/core-properties"/>
    <ds:schemaRef ds:uri="http://schemas.microsoft.com/office/2006/documentManagement/types"/>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387</Words>
  <Application>Microsoft Office PowerPoint</Application>
  <PresentationFormat>와이드스크린</PresentationFormat>
  <Paragraphs>133</Paragraphs>
  <Slides>14</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14</vt:i4>
      </vt:variant>
    </vt:vector>
  </HeadingPairs>
  <TitlesOfParts>
    <vt:vector size="21" baseType="lpstr">
      <vt:lpstr>HY중고딕</vt:lpstr>
      <vt:lpstr>Noto Sans KR Light</vt:lpstr>
      <vt:lpstr>맑은 고딕</vt:lpstr>
      <vt:lpstr>Arial</vt:lpstr>
      <vt:lpstr>Calibri</vt:lpstr>
      <vt:lpstr>Georgia Pro</vt:lpstr>
      <vt:lpstr>Office 테마</vt:lpstr>
      <vt:lpstr>Particles</vt:lpstr>
      <vt:lpstr>Content</vt:lpstr>
      <vt:lpstr>Particle System Core</vt:lpstr>
      <vt:lpstr>What is Emitter?</vt:lpstr>
      <vt:lpstr>What is Module?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김기훈</dc:creator>
  <cp:lastModifiedBy>김기훈</cp:lastModifiedBy>
  <cp:revision>2</cp:revision>
  <dcterms:created xsi:type="dcterms:W3CDTF">2026-05-27T10:21:05Z</dcterms:created>
  <dcterms:modified xsi:type="dcterms:W3CDTF">2026-05-29T03:51:06Z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0x010100F2DBF6813BEE09409237611D917F28C9</vt:lpwstr>
  </property>
</Properties>
</file>