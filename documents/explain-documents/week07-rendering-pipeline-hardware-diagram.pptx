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7" r:id="rId2"/>
  </p:sldIdLst>
  <p:sldSz cx="14543088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2" autoAdjust="0"/>
    <p:restoredTop sz="93968" autoAdjust="0"/>
  </p:normalViewPr>
  <p:slideViewPr>
    <p:cSldViewPr snapToGrid="0">
      <p:cViewPr>
        <p:scale>
          <a:sx n="200" d="100"/>
          <a:sy n="200" d="100"/>
        </p:scale>
        <p:origin x="-6360" y="-4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26242-0AA7-4079-BF7D-DF283B22751A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38200" y="1143000"/>
            <a:ext cx="5181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6F3C0-8DC6-49B8-B23E-9A5A2F4CB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49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1pPr>
    <a:lvl2pPr marL="763097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2pPr>
    <a:lvl3pPr marL="1526194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3pPr>
    <a:lvl4pPr marL="2289287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4pPr>
    <a:lvl5pPr marL="3052382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5pPr>
    <a:lvl6pPr marL="3815480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6pPr>
    <a:lvl7pPr marL="4578574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7pPr>
    <a:lvl8pPr marL="5341671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8pPr>
    <a:lvl9pPr marL="6104767" algn="l" defTabSz="1526194" rtl="0" eaLnBrk="1" latinLnBrk="1" hangingPunct="1">
      <a:defRPr sz="20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38200" y="1143000"/>
            <a:ext cx="51816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6F3C0-8DC6-49B8-B23E-9A5A2F4CB16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14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7886" y="1416983"/>
            <a:ext cx="10907316" cy="3014345"/>
          </a:xfrm>
        </p:spPr>
        <p:txBody>
          <a:bodyPr anchor="b"/>
          <a:lstStyle>
            <a:lvl1pPr algn="ctr">
              <a:defRPr sz="715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7886" y="4547573"/>
            <a:ext cx="10907316" cy="2090400"/>
          </a:xfrm>
        </p:spPr>
        <p:txBody>
          <a:bodyPr/>
          <a:lstStyle>
            <a:lvl1pPr marL="0" indent="0" algn="ctr">
              <a:buNone/>
              <a:defRPr sz="2863"/>
            </a:lvl1pPr>
            <a:lvl2pPr marL="545348" indent="0" algn="ctr">
              <a:buNone/>
              <a:defRPr sz="2386"/>
            </a:lvl2pPr>
            <a:lvl3pPr marL="1090696" indent="0" algn="ctr">
              <a:buNone/>
              <a:defRPr sz="2147"/>
            </a:lvl3pPr>
            <a:lvl4pPr marL="1636044" indent="0" algn="ctr">
              <a:buNone/>
              <a:defRPr sz="1908"/>
            </a:lvl4pPr>
            <a:lvl5pPr marL="2181393" indent="0" algn="ctr">
              <a:buNone/>
              <a:defRPr sz="1908"/>
            </a:lvl5pPr>
            <a:lvl6pPr marL="2726741" indent="0" algn="ctr">
              <a:buNone/>
              <a:defRPr sz="1908"/>
            </a:lvl6pPr>
            <a:lvl7pPr marL="3272089" indent="0" algn="ctr">
              <a:buNone/>
              <a:defRPr sz="1908"/>
            </a:lvl7pPr>
            <a:lvl8pPr marL="3817437" indent="0" algn="ctr">
              <a:buNone/>
              <a:defRPr sz="1908"/>
            </a:lvl8pPr>
            <a:lvl9pPr marL="4362785" indent="0" algn="ctr">
              <a:buNone/>
              <a:defRPr sz="190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33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97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3" y="2158545"/>
            <a:ext cx="12543413" cy="3601580"/>
          </a:xfrm>
        </p:spPr>
        <p:txBody>
          <a:bodyPr anchor="b"/>
          <a:lstStyle>
            <a:lvl1pPr>
              <a:defRPr sz="715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2263" y="5794198"/>
            <a:ext cx="12543413" cy="1893986"/>
          </a:xfrm>
        </p:spPr>
        <p:txBody>
          <a:bodyPr/>
          <a:lstStyle>
            <a:lvl1pPr marL="0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1pPr>
            <a:lvl2pPr marL="545348" indent="0">
              <a:buNone/>
              <a:defRPr sz="2386">
                <a:solidFill>
                  <a:schemeClr val="tx1">
                    <a:tint val="82000"/>
                  </a:schemeClr>
                </a:solidFill>
              </a:defRPr>
            </a:lvl2pPr>
            <a:lvl3pPr marL="1090696" indent="0">
              <a:buNone/>
              <a:defRPr sz="2147">
                <a:solidFill>
                  <a:schemeClr val="tx1">
                    <a:tint val="82000"/>
                  </a:schemeClr>
                </a:solidFill>
              </a:defRPr>
            </a:lvl3pPr>
            <a:lvl4pPr marL="1636044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4pPr>
            <a:lvl5pPr marL="2181393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5pPr>
            <a:lvl6pPr marL="2726741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6pPr>
            <a:lvl7pPr marL="3272089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7pPr>
            <a:lvl8pPr marL="3817437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8pPr>
            <a:lvl9pPr marL="4362785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71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9838" y="2304852"/>
            <a:ext cx="6180812" cy="54935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2439" y="2304852"/>
            <a:ext cx="6180812" cy="54935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07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732" y="460971"/>
            <a:ext cx="12543413" cy="167352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732" y="2122468"/>
            <a:ext cx="6152407" cy="1040189"/>
          </a:xfrm>
        </p:spPr>
        <p:txBody>
          <a:bodyPr anchor="b"/>
          <a:lstStyle>
            <a:lvl1pPr marL="0" indent="0">
              <a:buNone/>
              <a:defRPr sz="2863" b="1"/>
            </a:lvl1pPr>
            <a:lvl2pPr marL="545348" indent="0">
              <a:buNone/>
              <a:defRPr sz="2386" b="1"/>
            </a:lvl2pPr>
            <a:lvl3pPr marL="1090696" indent="0">
              <a:buNone/>
              <a:defRPr sz="2147" b="1"/>
            </a:lvl3pPr>
            <a:lvl4pPr marL="1636044" indent="0">
              <a:buNone/>
              <a:defRPr sz="1908" b="1"/>
            </a:lvl4pPr>
            <a:lvl5pPr marL="2181393" indent="0">
              <a:buNone/>
              <a:defRPr sz="1908" b="1"/>
            </a:lvl5pPr>
            <a:lvl6pPr marL="2726741" indent="0">
              <a:buNone/>
              <a:defRPr sz="1908" b="1"/>
            </a:lvl6pPr>
            <a:lvl7pPr marL="3272089" indent="0">
              <a:buNone/>
              <a:defRPr sz="1908" b="1"/>
            </a:lvl7pPr>
            <a:lvl8pPr marL="3817437" indent="0">
              <a:buNone/>
              <a:defRPr sz="1908" b="1"/>
            </a:lvl8pPr>
            <a:lvl9pPr marL="4362785" indent="0">
              <a:buNone/>
              <a:defRPr sz="190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732" y="3162657"/>
            <a:ext cx="6152407" cy="46517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62438" y="2122468"/>
            <a:ext cx="6182707" cy="1040189"/>
          </a:xfrm>
        </p:spPr>
        <p:txBody>
          <a:bodyPr anchor="b"/>
          <a:lstStyle>
            <a:lvl1pPr marL="0" indent="0">
              <a:buNone/>
              <a:defRPr sz="2863" b="1"/>
            </a:lvl1pPr>
            <a:lvl2pPr marL="545348" indent="0">
              <a:buNone/>
              <a:defRPr sz="2386" b="1"/>
            </a:lvl2pPr>
            <a:lvl3pPr marL="1090696" indent="0">
              <a:buNone/>
              <a:defRPr sz="2147" b="1"/>
            </a:lvl3pPr>
            <a:lvl4pPr marL="1636044" indent="0">
              <a:buNone/>
              <a:defRPr sz="1908" b="1"/>
            </a:lvl4pPr>
            <a:lvl5pPr marL="2181393" indent="0">
              <a:buNone/>
              <a:defRPr sz="1908" b="1"/>
            </a:lvl5pPr>
            <a:lvl6pPr marL="2726741" indent="0">
              <a:buNone/>
              <a:defRPr sz="1908" b="1"/>
            </a:lvl6pPr>
            <a:lvl7pPr marL="3272089" indent="0">
              <a:buNone/>
              <a:defRPr sz="1908" b="1"/>
            </a:lvl7pPr>
            <a:lvl8pPr marL="3817437" indent="0">
              <a:buNone/>
              <a:defRPr sz="1908" b="1"/>
            </a:lvl8pPr>
            <a:lvl9pPr marL="4362785" indent="0">
              <a:buNone/>
              <a:defRPr sz="190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62438" y="3162657"/>
            <a:ext cx="6182707" cy="46517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72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00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81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732" y="577215"/>
            <a:ext cx="4690524" cy="2020253"/>
          </a:xfrm>
        </p:spPr>
        <p:txBody>
          <a:bodyPr anchor="b"/>
          <a:lstStyle>
            <a:lvl1pPr>
              <a:defRPr sz="38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2707" y="1246624"/>
            <a:ext cx="7362438" cy="6152952"/>
          </a:xfrm>
        </p:spPr>
        <p:txBody>
          <a:bodyPr/>
          <a:lstStyle>
            <a:lvl1pPr>
              <a:defRPr sz="3817"/>
            </a:lvl1pPr>
            <a:lvl2pPr>
              <a:defRPr sz="3340"/>
            </a:lvl2pPr>
            <a:lvl3pPr>
              <a:defRPr sz="2863"/>
            </a:lvl3pPr>
            <a:lvl4pPr>
              <a:defRPr sz="2386"/>
            </a:lvl4pPr>
            <a:lvl5pPr>
              <a:defRPr sz="2386"/>
            </a:lvl5pPr>
            <a:lvl6pPr>
              <a:defRPr sz="2386"/>
            </a:lvl6pPr>
            <a:lvl7pPr>
              <a:defRPr sz="2386"/>
            </a:lvl7pPr>
            <a:lvl8pPr>
              <a:defRPr sz="2386"/>
            </a:lvl8pPr>
            <a:lvl9pPr>
              <a:defRPr sz="238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1732" y="2597467"/>
            <a:ext cx="4690524" cy="4812130"/>
          </a:xfrm>
        </p:spPr>
        <p:txBody>
          <a:bodyPr/>
          <a:lstStyle>
            <a:lvl1pPr marL="0" indent="0">
              <a:buNone/>
              <a:defRPr sz="1908"/>
            </a:lvl1pPr>
            <a:lvl2pPr marL="545348" indent="0">
              <a:buNone/>
              <a:defRPr sz="1670"/>
            </a:lvl2pPr>
            <a:lvl3pPr marL="1090696" indent="0">
              <a:buNone/>
              <a:defRPr sz="1431"/>
            </a:lvl3pPr>
            <a:lvl4pPr marL="1636044" indent="0">
              <a:buNone/>
              <a:defRPr sz="1193"/>
            </a:lvl4pPr>
            <a:lvl5pPr marL="2181393" indent="0">
              <a:buNone/>
              <a:defRPr sz="1193"/>
            </a:lvl5pPr>
            <a:lvl6pPr marL="2726741" indent="0">
              <a:buNone/>
              <a:defRPr sz="1193"/>
            </a:lvl6pPr>
            <a:lvl7pPr marL="3272089" indent="0">
              <a:buNone/>
              <a:defRPr sz="1193"/>
            </a:lvl7pPr>
            <a:lvl8pPr marL="3817437" indent="0">
              <a:buNone/>
              <a:defRPr sz="1193"/>
            </a:lvl8pPr>
            <a:lvl9pPr marL="4362785" indent="0">
              <a:buNone/>
              <a:defRPr sz="119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96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732" y="577215"/>
            <a:ext cx="4690524" cy="2020253"/>
          </a:xfrm>
        </p:spPr>
        <p:txBody>
          <a:bodyPr anchor="b"/>
          <a:lstStyle>
            <a:lvl1pPr>
              <a:defRPr sz="38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82707" y="1246624"/>
            <a:ext cx="7362438" cy="6152952"/>
          </a:xfrm>
        </p:spPr>
        <p:txBody>
          <a:bodyPr anchor="t"/>
          <a:lstStyle>
            <a:lvl1pPr marL="0" indent="0">
              <a:buNone/>
              <a:defRPr sz="3817"/>
            </a:lvl1pPr>
            <a:lvl2pPr marL="545348" indent="0">
              <a:buNone/>
              <a:defRPr sz="3340"/>
            </a:lvl2pPr>
            <a:lvl3pPr marL="1090696" indent="0">
              <a:buNone/>
              <a:defRPr sz="2863"/>
            </a:lvl3pPr>
            <a:lvl4pPr marL="1636044" indent="0">
              <a:buNone/>
              <a:defRPr sz="2386"/>
            </a:lvl4pPr>
            <a:lvl5pPr marL="2181393" indent="0">
              <a:buNone/>
              <a:defRPr sz="2386"/>
            </a:lvl5pPr>
            <a:lvl6pPr marL="2726741" indent="0">
              <a:buNone/>
              <a:defRPr sz="2386"/>
            </a:lvl6pPr>
            <a:lvl7pPr marL="3272089" indent="0">
              <a:buNone/>
              <a:defRPr sz="2386"/>
            </a:lvl7pPr>
            <a:lvl8pPr marL="3817437" indent="0">
              <a:buNone/>
              <a:defRPr sz="2386"/>
            </a:lvl8pPr>
            <a:lvl9pPr marL="4362785" indent="0">
              <a:buNone/>
              <a:defRPr sz="238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1732" y="2597467"/>
            <a:ext cx="4690524" cy="4812130"/>
          </a:xfrm>
        </p:spPr>
        <p:txBody>
          <a:bodyPr/>
          <a:lstStyle>
            <a:lvl1pPr marL="0" indent="0">
              <a:buNone/>
              <a:defRPr sz="1908"/>
            </a:lvl1pPr>
            <a:lvl2pPr marL="545348" indent="0">
              <a:buNone/>
              <a:defRPr sz="1670"/>
            </a:lvl2pPr>
            <a:lvl3pPr marL="1090696" indent="0">
              <a:buNone/>
              <a:defRPr sz="1431"/>
            </a:lvl3pPr>
            <a:lvl4pPr marL="1636044" indent="0">
              <a:buNone/>
              <a:defRPr sz="1193"/>
            </a:lvl4pPr>
            <a:lvl5pPr marL="2181393" indent="0">
              <a:buNone/>
              <a:defRPr sz="1193"/>
            </a:lvl5pPr>
            <a:lvl6pPr marL="2726741" indent="0">
              <a:buNone/>
              <a:defRPr sz="1193"/>
            </a:lvl6pPr>
            <a:lvl7pPr marL="3272089" indent="0">
              <a:buNone/>
              <a:defRPr sz="1193"/>
            </a:lvl7pPr>
            <a:lvl8pPr marL="3817437" indent="0">
              <a:buNone/>
              <a:defRPr sz="1193"/>
            </a:lvl8pPr>
            <a:lvl9pPr marL="4362785" indent="0">
              <a:buNone/>
              <a:defRPr sz="119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65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72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07398" y="460971"/>
            <a:ext cx="3135853" cy="733744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9838" y="460971"/>
            <a:ext cx="9225771" cy="733744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93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9838" y="460971"/>
            <a:ext cx="12543413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838" y="2304852"/>
            <a:ext cx="12543413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9837" y="8024893"/>
            <a:ext cx="3272195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82A36-CEB9-4E53-9B6C-EEC3EE1F912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17398" y="8024893"/>
            <a:ext cx="4908292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1056" y="8024893"/>
            <a:ext cx="3272195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4C0DC-0088-4839-ACF1-41055F76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8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90696" rtl="0" eaLnBrk="1" latinLnBrk="1" hangingPunct="1">
        <a:lnSpc>
          <a:spcPct val="90000"/>
        </a:lnSpc>
        <a:spcBef>
          <a:spcPct val="0"/>
        </a:spcBef>
        <a:buNone/>
        <a:defRPr sz="5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2674" indent="-272674" algn="l" defTabSz="1090696" rtl="0" eaLnBrk="1" latinLnBrk="1" hangingPunct="1">
        <a:lnSpc>
          <a:spcPct val="90000"/>
        </a:lnSpc>
        <a:spcBef>
          <a:spcPts val="1193"/>
        </a:spcBef>
        <a:buFont typeface="Arial" panose="020B0604020202020204" pitchFamily="34" charset="0"/>
        <a:buChar char="•"/>
        <a:defRPr sz="3340" kern="1200">
          <a:solidFill>
            <a:schemeClr val="tx1"/>
          </a:solidFill>
          <a:latin typeface="+mn-lt"/>
          <a:ea typeface="+mn-ea"/>
          <a:cs typeface="+mn-cs"/>
        </a:defRPr>
      </a:lvl1pPr>
      <a:lvl2pPr marL="818022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863" kern="1200">
          <a:solidFill>
            <a:schemeClr val="tx1"/>
          </a:solidFill>
          <a:latin typeface="+mn-lt"/>
          <a:ea typeface="+mn-ea"/>
          <a:cs typeface="+mn-cs"/>
        </a:defRPr>
      </a:lvl2pPr>
      <a:lvl3pPr marL="1363370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386" kern="1200">
          <a:solidFill>
            <a:schemeClr val="tx1"/>
          </a:solidFill>
          <a:latin typeface="+mn-lt"/>
          <a:ea typeface="+mn-ea"/>
          <a:cs typeface="+mn-cs"/>
        </a:defRPr>
      </a:lvl3pPr>
      <a:lvl4pPr marL="1908719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4pPr>
      <a:lvl5pPr marL="2454067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5pPr>
      <a:lvl6pPr marL="2999415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6pPr>
      <a:lvl7pPr marL="3544763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7pPr>
      <a:lvl8pPr marL="4090111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8pPr>
      <a:lvl9pPr marL="4635459" indent="-272674" algn="l" defTabSz="1090696" rtl="0" eaLnBrk="1" latinLnBrk="1" hangingPunct="1">
        <a:lnSpc>
          <a:spcPct val="90000"/>
        </a:lnSpc>
        <a:spcBef>
          <a:spcPts val="596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1pPr>
      <a:lvl2pPr marL="545348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2pPr>
      <a:lvl3pPr marL="1090696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3pPr>
      <a:lvl4pPr marL="1636044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4pPr>
      <a:lvl5pPr marL="2181393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5pPr>
      <a:lvl6pPr marL="2726741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6pPr>
      <a:lvl7pPr marL="3272089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7pPr>
      <a:lvl8pPr marL="3817437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8pPr>
      <a:lvl9pPr marL="4362785" algn="l" defTabSz="1090696" rtl="0" eaLnBrk="1" latinLnBrk="1" hangingPunct="1">
        <a:defRPr sz="21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4F730-6060-A222-A496-69288666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10484F-5ADF-7E53-B419-C73DD1B2EFE6}"/>
              </a:ext>
            </a:extLst>
          </p:cNvPr>
          <p:cNvSpPr txBox="1"/>
          <p:nvPr/>
        </p:nvSpPr>
        <p:spPr>
          <a:xfrm>
            <a:off x="1377547" y="1048138"/>
            <a:ext cx="2058351" cy="52543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  <a:t>RAM</a:t>
            </a:r>
          </a:p>
          <a:p>
            <a:pPr algn="ctr"/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FLightingPass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31. PrepareInputs()</a:t>
            </a:r>
          </a:p>
          <a:p>
            <a:pPr algn="ctr"/>
            <a:r>
              <a:rPr lang="en-US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33. PrepareTargets()</a:t>
            </a:r>
            <a:br>
              <a:rPr lang="en-US" altLang="ko-KR" sz="1603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FDecalPass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19. PrepareInputs()</a:t>
            </a:r>
          </a:p>
          <a:p>
            <a:pPr algn="ctr"/>
            <a:r>
              <a:rPr lang="en-US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21. PrepareTargets()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FViewModeSurfaceSet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22. BindDecalTargets()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  <a:t>6. BindBaseDrawTargets()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nb-NO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FBaseDrawPass</a:t>
            </a:r>
          </a:p>
          <a:p>
            <a:pPr algn="ctr"/>
            <a: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  <a:t>3. PrepareInputs()</a:t>
            </a:r>
            <a:b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  <a:t>5. PrepareTargets()</a:t>
            </a:r>
            <a:br>
              <a:rPr lang="nb-NO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nb-NO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7. 23. 34.</a:t>
            </a:r>
            <a:br>
              <a:rPr lang="nb-NO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nb-NO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 OMSetRenderTargets()</a:t>
            </a:r>
            <a:endParaRPr lang="nb-NO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nb-NO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ID3D11DeviceContext</a:t>
            </a:r>
          </a:p>
          <a:p>
            <a:pPr algn="ctr"/>
            <a:r>
              <a:rPr lang="nb-NO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8. IASetVertexBuffers()</a:t>
            </a:r>
            <a:endParaRPr lang="en-US" altLang="ko-KR" sz="724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9. Context-&gt;VSSetConstantBuffers()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Context-&gt;PSSetConstantBuffers()</a:t>
            </a:r>
            <a:b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4. 20. 32.</a:t>
            </a:r>
            <a:b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Ctx-&gt;PSSetShaderResources()</a:t>
            </a:r>
            <a:b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  <a:t>10. DrawIndexed()</a:t>
            </a:r>
          </a:p>
          <a:p>
            <a:pPr algn="ctr"/>
            <a: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  <a:t>24. Ctx-&gt;Draw()</a:t>
            </a:r>
            <a:b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nb-NO" altLang="ko-KR" sz="721" dirty="0">
                <a:solidFill>
                  <a:srgbClr val="FF0000"/>
                </a:solidFill>
                <a:latin typeface="Consolas" panose="020B0609020204030204" pitchFamily="49" charset="0"/>
              </a:rPr>
              <a:t>35. Ctx-&gt;Draw()</a:t>
            </a:r>
            <a:endParaRPr lang="en-US" altLang="ko-KR" sz="72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nb-NO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FD3DDevice</a:t>
            </a:r>
            <a:br>
              <a:rPr lang="nb-NO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nb-NO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40. Device.Present()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FVertexBuffer</a:t>
            </a:r>
          </a:p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1. Create()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FConstantBuffer</a:t>
            </a:r>
          </a:p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2. Update()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DirectX</a:t>
            </a:r>
          </a:p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0. CreateWICTextureFromFile()</a:t>
            </a:r>
            <a:b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</a:br>
            <a:b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</a:b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7B78E-DA53-CD07-FEE3-FE19E349BCB6}"/>
              </a:ext>
            </a:extLst>
          </p:cNvPr>
          <p:cNvSpPr txBox="1"/>
          <p:nvPr/>
        </p:nvSpPr>
        <p:spPr>
          <a:xfrm>
            <a:off x="9388958" y="1361328"/>
            <a:ext cx="1882753" cy="29146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  <a:t>ALU</a:t>
            </a:r>
            <a:b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1125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VS_BaseDraw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12. ApplyMVP()</a:t>
            </a:r>
          </a:p>
          <a:p>
            <a:pPr algn="ctr"/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13. ComputeGouraudLightingFactor()</a:t>
            </a:r>
            <a:br>
              <a:rPr lang="en-US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br>
              <a:rPr lang="en-US" altLang="ko-KR" sz="724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PS_BaseDraw_Lambert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16. ResolveBaseDrawColor()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17. ResolveBaseDrawNormal()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VS_DecalFullscreen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VS_Fullscreen</a:t>
            </a:r>
          </a:p>
          <a:p>
            <a:pPr algn="ctr"/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PS_Decal_Lambert</a:t>
            </a:r>
          </a:p>
          <a:p>
            <a:pPr algn="ctr"/>
            <a:r>
              <a:rPr lang="en-US" altLang="ko-KR" sz="721" dirty="0">
                <a:solidFill>
                  <a:schemeClr val="bg1"/>
                </a:solidFill>
                <a:latin typeface="Consolas" panose="020B0609020204030204" pitchFamily="49" charset="0"/>
              </a:rPr>
              <a:t> 27. SampleDecalData()</a:t>
            </a:r>
          </a:p>
          <a:p>
            <a:pPr algn="ctr"/>
            <a:r>
              <a:rPr lang="en-US" altLang="ko-KR" sz="721" dirty="0">
                <a:solidFill>
                  <a:schemeClr val="bg1"/>
                </a:solidFill>
                <a:latin typeface="Consolas" panose="020B0609020204030204" pitchFamily="49" charset="0"/>
              </a:rPr>
              <a:t>28. ApplyDecalBaseColor()</a:t>
            </a:r>
          </a:p>
          <a:p>
            <a:pPr algn="ctr"/>
            <a:r>
              <a:rPr lang="en-US" altLang="ko-KR" sz="721" dirty="0">
                <a:solidFill>
                  <a:schemeClr val="bg1"/>
                </a:solidFill>
                <a:latin typeface="Consolas" panose="020B0609020204030204" pitchFamily="49" charset="0"/>
              </a:rPr>
              <a:t>29. ApplyDecalNormal()</a:t>
            </a:r>
          </a:p>
          <a:p>
            <a:pPr algn="ctr"/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PS_UberLit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ResolveSurface1()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38. ComputeLambertLighting()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0C035-4845-126E-0C25-96298C21ECB9}"/>
              </a:ext>
            </a:extLst>
          </p:cNvPr>
          <p:cNvSpPr txBox="1"/>
          <p:nvPr/>
        </p:nvSpPr>
        <p:spPr>
          <a:xfrm>
            <a:off x="5537071" y="3929337"/>
            <a:ext cx="1966733" cy="28555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  <a:t>VRAM</a:t>
            </a:r>
          </a:p>
          <a:p>
            <a:pPr algn="ctr"/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Vertex Buffer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Constant Buffer</a:t>
            </a:r>
          </a:p>
          <a:p>
            <a:pPr algn="ctr"/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Texture Resources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Surface1 (G-Buffer)</a:t>
            </a:r>
          </a:p>
          <a:p>
            <a:pPr algn="ctr"/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BaseColor (G-Buffer)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ModifiedSurface1 (G-Buffer)</a:t>
            </a:r>
          </a:p>
          <a:p>
            <a:pPr algn="ctr"/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ModifiedBaseColor (G-Buffer)</a:t>
            </a: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altLang="ko-KR" sz="886" dirty="0">
                <a:solidFill>
                  <a:schemeClr val="bg1"/>
                </a:solidFill>
                <a:latin typeface="Consolas" panose="020B0609020204030204" pitchFamily="49" charset="0"/>
              </a:rPr>
              <a:t>Back Buffer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4540CDB-B9D5-950F-5509-8A616F6A44F4}"/>
              </a:ext>
            </a:extLst>
          </p:cNvPr>
          <p:cNvCxnSpPr>
            <a:cxnSpLocks/>
          </p:cNvCxnSpPr>
          <p:nvPr/>
        </p:nvCxnSpPr>
        <p:spPr>
          <a:xfrm flipV="1">
            <a:off x="6993577" y="1901795"/>
            <a:ext cx="2489217" cy="2447519"/>
          </a:xfrm>
          <a:prstGeom prst="bentConnector3">
            <a:avLst>
              <a:gd name="adj1" fmla="val 23316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89E6B8-04A3-E175-3E08-85FE21336C26}"/>
              </a:ext>
            </a:extLst>
          </p:cNvPr>
          <p:cNvSpPr txBox="1"/>
          <p:nvPr/>
        </p:nvSpPr>
        <p:spPr>
          <a:xfrm>
            <a:off x="6791495" y="1945029"/>
            <a:ext cx="832954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11. Vertices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2B0BDD-6F29-88F5-336B-AA8540257B43}"/>
              </a:ext>
            </a:extLst>
          </p:cNvPr>
          <p:cNvSpPr txBox="1"/>
          <p:nvPr/>
        </p:nvSpPr>
        <p:spPr>
          <a:xfrm>
            <a:off x="8682480" y="3104829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26. Normals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CED4BE8F-D2B4-7421-9446-5E4FDF1B7A47}"/>
              </a:ext>
            </a:extLst>
          </p:cNvPr>
          <p:cNvCxnSpPr>
            <a:cxnSpLocks/>
          </p:cNvCxnSpPr>
          <p:nvPr/>
        </p:nvCxnSpPr>
        <p:spPr>
          <a:xfrm flipV="1">
            <a:off x="7232824" y="3356900"/>
            <a:ext cx="2320297" cy="1947611"/>
          </a:xfrm>
          <a:prstGeom prst="bentConnector3">
            <a:avLst>
              <a:gd name="adj1" fmla="val 57151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4FE4952-31B1-0EE6-174F-0043EF05B822}"/>
              </a:ext>
            </a:extLst>
          </p:cNvPr>
          <p:cNvSpPr txBox="1"/>
          <p:nvPr/>
        </p:nvSpPr>
        <p:spPr>
          <a:xfrm>
            <a:off x="7452224" y="5057694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18. Normals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4242FB49-65D0-7ABB-6D50-19186D6D8C9C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>
            <a:off x="7447314" y="3744995"/>
            <a:ext cx="2352044" cy="3413998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1EB58FF-2D59-3A80-47E4-5F9303F1E814}"/>
              </a:ext>
            </a:extLst>
          </p:cNvPr>
          <p:cNvSpPr txBox="1"/>
          <p:nvPr/>
        </p:nvSpPr>
        <p:spPr>
          <a:xfrm>
            <a:off x="8763442" y="6640092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39. Colors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475337-AF68-C4BC-1EDC-EA0ADF202497}"/>
              </a:ext>
            </a:extLst>
          </p:cNvPr>
          <p:cNvSpPr txBox="1"/>
          <p:nvPr/>
        </p:nvSpPr>
        <p:spPr>
          <a:xfrm>
            <a:off x="5537071" y="7647667"/>
            <a:ext cx="1966733" cy="5380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  <a:t>MONITOR</a:t>
            </a:r>
          </a:p>
          <a:p>
            <a:pPr algn="ctr"/>
            <a:endParaRPr lang="en-US" altLang="ko-KR" sz="886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endParaRPr lang="ko-KR" altLang="en-US" sz="88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A98B54B-910C-8D17-AF5C-9B5956112860}"/>
              </a:ext>
            </a:extLst>
          </p:cNvPr>
          <p:cNvCxnSpPr>
            <a:cxnSpLocks/>
            <a:stCxn id="8" idx="2"/>
            <a:endCxn id="64" idx="0"/>
          </p:cNvCxnSpPr>
          <p:nvPr/>
        </p:nvCxnSpPr>
        <p:spPr>
          <a:xfrm>
            <a:off x="6520436" y="6784862"/>
            <a:ext cx="0" cy="8628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1901DAA-55FE-06E4-B911-1ADD15A8EA68}"/>
              </a:ext>
            </a:extLst>
          </p:cNvPr>
          <p:cNvSpPr txBox="1"/>
          <p:nvPr/>
        </p:nvSpPr>
        <p:spPr>
          <a:xfrm>
            <a:off x="6512833" y="7165633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40. Pixels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B7BD6C89-0710-3EE0-0282-290329FD2711}"/>
              </a:ext>
            </a:extLst>
          </p:cNvPr>
          <p:cNvCxnSpPr/>
          <p:nvPr/>
        </p:nvCxnSpPr>
        <p:spPr>
          <a:xfrm>
            <a:off x="10724933" y="6108226"/>
            <a:ext cx="4428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3E90D30-382E-84A2-D780-F0AAB511D9ED}"/>
              </a:ext>
            </a:extLst>
          </p:cNvPr>
          <p:cNvSpPr txBox="1"/>
          <p:nvPr/>
        </p:nvSpPr>
        <p:spPr>
          <a:xfrm>
            <a:off x="11167756" y="5998498"/>
            <a:ext cx="1435347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Call Function</a:t>
            </a:r>
            <a:endParaRPr lang="ko-KR" altLang="en-US" sz="72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A7ED8A6-4F49-1EC5-1D1F-E41F636B05EA}"/>
              </a:ext>
            </a:extLst>
          </p:cNvPr>
          <p:cNvCxnSpPr/>
          <p:nvPr/>
        </p:nvCxnSpPr>
        <p:spPr>
          <a:xfrm>
            <a:off x="10724933" y="6245170"/>
            <a:ext cx="442823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E1FCC80F-A4F6-484F-F898-085672ED22F4}"/>
              </a:ext>
            </a:extLst>
          </p:cNvPr>
          <p:cNvSpPr txBox="1"/>
          <p:nvPr/>
        </p:nvSpPr>
        <p:spPr>
          <a:xfrm>
            <a:off x="11167757" y="6135440"/>
            <a:ext cx="1959616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Call Data (ALU Output &amp; VRAM Input)</a:t>
            </a:r>
            <a:endParaRPr lang="ko-KR" altLang="en-US" sz="72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52C59A9-31A3-33F3-E4AC-9CBCA958CAA0}"/>
              </a:ext>
            </a:extLst>
          </p:cNvPr>
          <p:cNvSpPr txBox="1"/>
          <p:nvPr/>
        </p:nvSpPr>
        <p:spPr>
          <a:xfrm>
            <a:off x="11167758" y="6272546"/>
            <a:ext cx="2355283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Call Data (ALU Input &amp; VRAM Output) </a:t>
            </a:r>
            <a:endParaRPr lang="ko-KR" altLang="en-US" sz="72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F8EE2C2F-F758-ABAC-B62C-1FFF73D1F755}"/>
              </a:ext>
            </a:extLst>
          </p:cNvPr>
          <p:cNvCxnSpPr>
            <a:cxnSpLocks/>
          </p:cNvCxnSpPr>
          <p:nvPr/>
        </p:nvCxnSpPr>
        <p:spPr>
          <a:xfrm flipV="1">
            <a:off x="2778057" y="4616774"/>
            <a:ext cx="3184959" cy="957251"/>
          </a:xfrm>
          <a:prstGeom prst="bentConnector3">
            <a:avLst>
              <a:gd name="adj1" fmla="val 8044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4EEC66A-FDA7-BE99-D2C6-B5711076661C}"/>
              </a:ext>
            </a:extLst>
          </p:cNvPr>
          <p:cNvSpPr txBox="1"/>
          <p:nvPr/>
        </p:nvSpPr>
        <p:spPr>
          <a:xfrm>
            <a:off x="3799529" y="5273222"/>
            <a:ext cx="1363066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2. Constants</a:t>
            </a:r>
            <a:b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(Matrix, Light Info, …)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C05A7DC-4E18-4107-A904-4FE735277FA7}"/>
              </a:ext>
            </a:extLst>
          </p:cNvPr>
          <p:cNvSpPr txBox="1"/>
          <p:nvPr/>
        </p:nvSpPr>
        <p:spPr>
          <a:xfrm>
            <a:off x="3384285" y="3319938"/>
            <a:ext cx="1160377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register(b1)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(Constants;In)</a:t>
            </a:r>
            <a:endParaRPr lang="ko-KR" altLang="en-US" sz="724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487045E-831C-4A95-8096-3FF7BDB24B68}"/>
              </a:ext>
            </a:extLst>
          </p:cNvPr>
          <p:cNvSpPr txBox="1"/>
          <p:nvPr/>
        </p:nvSpPr>
        <p:spPr>
          <a:xfrm>
            <a:off x="3480303" y="3542781"/>
            <a:ext cx="1078948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register(b4)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(LightInfo;In)</a:t>
            </a:r>
            <a:endParaRPr lang="ko-KR" altLang="en-US" sz="724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CB62320-2F5B-1D51-74A4-DB609A181AD2}"/>
              </a:ext>
            </a:extLst>
          </p:cNvPr>
          <p:cNvSpPr txBox="1"/>
          <p:nvPr/>
        </p:nvSpPr>
        <p:spPr>
          <a:xfrm>
            <a:off x="7663073" y="1992283"/>
            <a:ext cx="917998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11. Constants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6E4505D-3E2A-C2D7-760C-E4D9816611AB}"/>
              </a:ext>
            </a:extLst>
          </p:cNvPr>
          <p:cNvSpPr txBox="1"/>
          <p:nvPr/>
        </p:nvSpPr>
        <p:spPr>
          <a:xfrm>
            <a:off x="3453445" y="2789880"/>
            <a:ext cx="1454901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SV_TARGET0 &amp; SV_TARGET1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(Colors;Out) (Normals;Out)</a:t>
            </a:r>
            <a:endParaRPr lang="ko-KR" altLang="en-US" sz="724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D68F263-8A11-0EFC-6B73-326B2A1A3848}"/>
              </a:ext>
            </a:extLst>
          </p:cNvPr>
          <p:cNvSpPr txBox="1"/>
          <p:nvPr/>
        </p:nvSpPr>
        <p:spPr>
          <a:xfrm>
            <a:off x="3459874" y="3068133"/>
            <a:ext cx="793245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IA Slot 0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(Vertices:In)</a:t>
            </a:r>
            <a:endParaRPr lang="ko-KR" altLang="en-US" sz="724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8D3F75C-66B4-6DE6-9DA7-8A020CCC0882}"/>
              </a:ext>
            </a:extLst>
          </p:cNvPr>
          <p:cNvCxnSpPr/>
          <p:nvPr/>
        </p:nvCxnSpPr>
        <p:spPr>
          <a:xfrm>
            <a:off x="10724933" y="6382114"/>
            <a:ext cx="442823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연결선: 꺾임 211">
            <a:extLst>
              <a:ext uri="{FF2B5EF4-FFF2-40B4-BE49-F238E27FC236}">
                <a16:creationId xmlns:a16="http://schemas.microsoft.com/office/drawing/2014/main" id="{DF98BC2A-9479-A61B-77AC-CBDACFCC3642}"/>
              </a:ext>
            </a:extLst>
          </p:cNvPr>
          <p:cNvCxnSpPr>
            <a:cxnSpLocks/>
          </p:cNvCxnSpPr>
          <p:nvPr/>
        </p:nvCxnSpPr>
        <p:spPr>
          <a:xfrm flipV="1">
            <a:off x="3071678" y="3167889"/>
            <a:ext cx="518212" cy="495855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연결선: 꺾임 246">
            <a:extLst>
              <a:ext uri="{FF2B5EF4-FFF2-40B4-BE49-F238E27FC236}">
                <a16:creationId xmlns:a16="http://schemas.microsoft.com/office/drawing/2014/main" id="{90A4FF0D-1B70-9DF2-A2C5-DDF72F4CA67A}"/>
              </a:ext>
            </a:extLst>
          </p:cNvPr>
          <p:cNvCxnSpPr>
            <a:cxnSpLocks/>
          </p:cNvCxnSpPr>
          <p:nvPr/>
        </p:nvCxnSpPr>
        <p:spPr>
          <a:xfrm flipV="1">
            <a:off x="3022264" y="2940029"/>
            <a:ext cx="485742" cy="456544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연결선: 꺾임 248">
            <a:extLst>
              <a:ext uri="{FF2B5EF4-FFF2-40B4-BE49-F238E27FC236}">
                <a16:creationId xmlns:a16="http://schemas.microsoft.com/office/drawing/2014/main" id="{2B964FB8-ABD7-00B7-70FD-7C41075EDA2A}"/>
              </a:ext>
            </a:extLst>
          </p:cNvPr>
          <p:cNvCxnSpPr>
            <a:cxnSpLocks/>
          </p:cNvCxnSpPr>
          <p:nvPr/>
        </p:nvCxnSpPr>
        <p:spPr>
          <a:xfrm flipV="1">
            <a:off x="3277268" y="3464768"/>
            <a:ext cx="317171" cy="313339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직선 화살표 연결선 279">
            <a:extLst>
              <a:ext uri="{FF2B5EF4-FFF2-40B4-BE49-F238E27FC236}">
                <a16:creationId xmlns:a16="http://schemas.microsoft.com/office/drawing/2014/main" id="{6878BCEE-217D-5EC2-F217-2E011F817C72}"/>
              </a:ext>
            </a:extLst>
          </p:cNvPr>
          <p:cNvCxnSpPr>
            <a:cxnSpLocks/>
          </p:cNvCxnSpPr>
          <p:nvPr/>
        </p:nvCxnSpPr>
        <p:spPr>
          <a:xfrm flipV="1">
            <a:off x="2926535" y="2711592"/>
            <a:ext cx="0" cy="3995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연결선: 꺾임 285">
            <a:extLst>
              <a:ext uri="{FF2B5EF4-FFF2-40B4-BE49-F238E27FC236}">
                <a16:creationId xmlns:a16="http://schemas.microsoft.com/office/drawing/2014/main" id="{1FD12E2C-3C8B-725C-9282-83DCEDD0F882}"/>
              </a:ext>
            </a:extLst>
          </p:cNvPr>
          <p:cNvCxnSpPr>
            <a:cxnSpLocks/>
          </p:cNvCxnSpPr>
          <p:nvPr/>
        </p:nvCxnSpPr>
        <p:spPr>
          <a:xfrm flipV="1">
            <a:off x="7234648" y="3425307"/>
            <a:ext cx="2325965" cy="2270681"/>
          </a:xfrm>
          <a:prstGeom prst="bentConnector3">
            <a:avLst>
              <a:gd name="adj1" fmla="val 60165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ABBC464C-327B-35D6-2AFB-31BF525E0954}"/>
              </a:ext>
            </a:extLst>
          </p:cNvPr>
          <p:cNvSpPr txBox="1"/>
          <p:nvPr/>
        </p:nvSpPr>
        <p:spPr>
          <a:xfrm>
            <a:off x="7439597" y="5458555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18. Colors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92" name="연결선: 꺾임 291">
            <a:extLst>
              <a:ext uri="{FF2B5EF4-FFF2-40B4-BE49-F238E27FC236}">
                <a16:creationId xmlns:a16="http://schemas.microsoft.com/office/drawing/2014/main" id="{5228449B-4F7A-C87A-C267-A62727CE9AB4}"/>
              </a:ext>
            </a:extLst>
          </p:cNvPr>
          <p:cNvCxnSpPr>
            <a:cxnSpLocks/>
          </p:cNvCxnSpPr>
          <p:nvPr/>
        </p:nvCxnSpPr>
        <p:spPr>
          <a:xfrm flipV="1">
            <a:off x="2778057" y="4324874"/>
            <a:ext cx="3184959" cy="871202"/>
          </a:xfrm>
          <a:prstGeom prst="bentConnector3">
            <a:avLst>
              <a:gd name="adj1" fmla="val 7828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6856CCBB-3E33-F9E7-1547-E4B33E699489}"/>
              </a:ext>
            </a:extLst>
          </p:cNvPr>
          <p:cNvSpPr txBox="1"/>
          <p:nvPr/>
        </p:nvSpPr>
        <p:spPr>
          <a:xfrm>
            <a:off x="3760608" y="4906790"/>
            <a:ext cx="1288173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1. Mesh Data (Vertices)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9B3A968-22FE-D33B-B515-0234F3A092FB}"/>
              </a:ext>
            </a:extLst>
          </p:cNvPr>
          <p:cNvSpPr txBox="1"/>
          <p:nvPr/>
        </p:nvSpPr>
        <p:spPr>
          <a:xfrm>
            <a:off x="12159930" y="2618931"/>
            <a:ext cx="1882753" cy="7480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  <a:t>RASTERIZER</a:t>
            </a:r>
            <a:b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en-US" altLang="ko-KR" sz="1125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altLang="ko-KR" sz="1125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endParaRPr lang="ko-KR" altLang="en-US" sz="886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7E74F6B8-95D7-4274-4E3B-619107EB3207}"/>
              </a:ext>
            </a:extLst>
          </p:cNvPr>
          <p:cNvSpPr txBox="1"/>
          <p:nvPr/>
        </p:nvSpPr>
        <p:spPr>
          <a:xfrm>
            <a:off x="11194456" y="1860773"/>
            <a:ext cx="1305251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14. FBaseDrawVSOutput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20" name="연결선: 꺾임 319">
            <a:extLst>
              <a:ext uri="{FF2B5EF4-FFF2-40B4-BE49-F238E27FC236}">
                <a16:creationId xmlns:a16="http://schemas.microsoft.com/office/drawing/2014/main" id="{D446DB60-4228-5681-1B9E-298DD9F6F6AD}"/>
              </a:ext>
            </a:extLst>
          </p:cNvPr>
          <p:cNvCxnSpPr>
            <a:cxnSpLocks/>
          </p:cNvCxnSpPr>
          <p:nvPr/>
        </p:nvCxnSpPr>
        <p:spPr>
          <a:xfrm rot="10800000">
            <a:off x="11024449" y="2396810"/>
            <a:ext cx="1297160" cy="610284"/>
          </a:xfrm>
          <a:prstGeom prst="bentConnector3">
            <a:avLst>
              <a:gd name="adj1" fmla="val 21748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4335DCC0-5E72-E68B-3292-1BF9F1B70B89}"/>
              </a:ext>
            </a:extLst>
          </p:cNvPr>
          <p:cNvSpPr txBox="1"/>
          <p:nvPr/>
        </p:nvSpPr>
        <p:spPr>
          <a:xfrm>
            <a:off x="11205923" y="2211272"/>
            <a:ext cx="873675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15. Fragments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42" name="연결선: 꺾임 341">
            <a:extLst>
              <a:ext uri="{FF2B5EF4-FFF2-40B4-BE49-F238E27FC236}">
                <a16:creationId xmlns:a16="http://schemas.microsoft.com/office/drawing/2014/main" id="{84AEA5DE-C3F7-1D73-3408-49897213E558}"/>
              </a:ext>
            </a:extLst>
          </p:cNvPr>
          <p:cNvCxnSpPr>
            <a:cxnSpLocks/>
          </p:cNvCxnSpPr>
          <p:nvPr/>
        </p:nvCxnSpPr>
        <p:spPr>
          <a:xfrm>
            <a:off x="11238817" y="2037799"/>
            <a:ext cx="1082781" cy="855192"/>
          </a:xfrm>
          <a:prstGeom prst="bentConnector3">
            <a:avLst>
              <a:gd name="adj1" fmla="val 80461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00669713-4E2A-DB3B-6D52-B63282F0627A}"/>
              </a:ext>
            </a:extLst>
          </p:cNvPr>
          <p:cNvSpPr txBox="1"/>
          <p:nvPr/>
        </p:nvSpPr>
        <p:spPr>
          <a:xfrm>
            <a:off x="4633885" y="1297665"/>
            <a:ext cx="4252609" cy="314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42" dirty="0">
                <a:solidFill>
                  <a:schemeClr val="bg1"/>
                </a:solidFill>
                <a:latin typeface="Consolas" panose="020B0609020204030204" pitchFamily="49" charset="0"/>
              </a:rPr>
              <a:t>Week 7 Team 3 Engine Rendering Pipeline</a:t>
            </a:r>
            <a:endParaRPr lang="ko-KR" altLang="en-US" sz="1442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395" name="연결선: 꺾임 394">
            <a:extLst>
              <a:ext uri="{FF2B5EF4-FFF2-40B4-BE49-F238E27FC236}">
                <a16:creationId xmlns:a16="http://schemas.microsoft.com/office/drawing/2014/main" id="{566AD95C-2206-9078-61F3-7550BE908ABE}"/>
              </a:ext>
            </a:extLst>
          </p:cNvPr>
          <p:cNvCxnSpPr>
            <a:cxnSpLocks/>
          </p:cNvCxnSpPr>
          <p:nvPr/>
        </p:nvCxnSpPr>
        <p:spPr>
          <a:xfrm flipV="1">
            <a:off x="3284836" y="3705718"/>
            <a:ext cx="399910" cy="179872"/>
          </a:xfrm>
          <a:prstGeom prst="bentConnector3">
            <a:avLst>
              <a:gd name="adj1" fmla="val 54773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연결선: 꺾임 398">
            <a:extLst>
              <a:ext uri="{FF2B5EF4-FFF2-40B4-BE49-F238E27FC236}">
                <a16:creationId xmlns:a16="http://schemas.microsoft.com/office/drawing/2014/main" id="{50601050-7E1E-EF42-163D-E7226685605D}"/>
              </a:ext>
            </a:extLst>
          </p:cNvPr>
          <p:cNvCxnSpPr>
            <a:cxnSpLocks/>
          </p:cNvCxnSpPr>
          <p:nvPr/>
        </p:nvCxnSpPr>
        <p:spPr>
          <a:xfrm flipV="1">
            <a:off x="3190342" y="3929330"/>
            <a:ext cx="485260" cy="167224"/>
          </a:xfrm>
          <a:prstGeom prst="bentConnector3">
            <a:avLst>
              <a:gd name="adj1" fmla="val 76747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>
            <a:extLst>
              <a:ext uri="{FF2B5EF4-FFF2-40B4-BE49-F238E27FC236}">
                <a16:creationId xmlns:a16="http://schemas.microsoft.com/office/drawing/2014/main" id="{F3496034-74A5-E704-A2C9-7335D1B04EB7}"/>
              </a:ext>
            </a:extLst>
          </p:cNvPr>
          <p:cNvSpPr txBox="1"/>
          <p:nvPr/>
        </p:nvSpPr>
        <p:spPr>
          <a:xfrm>
            <a:off x="3664763" y="3781032"/>
            <a:ext cx="1127194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register(t0, t1, …)</a:t>
            </a:r>
          </a:p>
          <a:p>
            <a:pPr algn="ctr"/>
            <a:r>
              <a:rPr lang="en-US" altLang="ko-KR" sz="724" dirty="0">
                <a:solidFill>
                  <a:srgbClr val="92D050"/>
                </a:solidFill>
                <a:latin typeface="Consolas" panose="020B0609020204030204" pitchFamily="49" charset="0"/>
              </a:rPr>
              <a:t>(Textures;In)</a:t>
            </a:r>
            <a:endParaRPr lang="ko-KR" altLang="en-US" sz="724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A969EA3-8DCF-6892-8894-0D78DAD7878B}"/>
              </a:ext>
            </a:extLst>
          </p:cNvPr>
          <p:cNvSpPr txBox="1"/>
          <p:nvPr/>
        </p:nvSpPr>
        <p:spPr>
          <a:xfrm>
            <a:off x="8122512" y="2120757"/>
            <a:ext cx="832954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15. Samples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D69CB827-D4A6-DB80-B767-02AA9C05DD46}"/>
              </a:ext>
            </a:extLst>
          </p:cNvPr>
          <p:cNvSpPr txBox="1"/>
          <p:nvPr/>
        </p:nvSpPr>
        <p:spPr>
          <a:xfrm>
            <a:off x="8656337" y="3403127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26. Colors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28" name="연결선: 꺾임 427">
            <a:extLst>
              <a:ext uri="{FF2B5EF4-FFF2-40B4-BE49-F238E27FC236}">
                <a16:creationId xmlns:a16="http://schemas.microsoft.com/office/drawing/2014/main" id="{0B901760-6397-43D3-678A-77529961F2B0}"/>
              </a:ext>
            </a:extLst>
          </p:cNvPr>
          <p:cNvCxnSpPr>
            <a:cxnSpLocks/>
          </p:cNvCxnSpPr>
          <p:nvPr/>
        </p:nvCxnSpPr>
        <p:spPr>
          <a:xfrm flipV="1">
            <a:off x="3190339" y="4935225"/>
            <a:ext cx="2692876" cy="1043777"/>
          </a:xfrm>
          <a:prstGeom prst="bentConnector3">
            <a:avLst>
              <a:gd name="adj1" fmla="val 82321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E3FCD92-EF2D-2EE3-9327-627E66CE836D}"/>
              </a:ext>
            </a:extLst>
          </p:cNvPr>
          <p:cNvSpPr txBox="1"/>
          <p:nvPr/>
        </p:nvSpPr>
        <p:spPr>
          <a:xfrm>
            <a:off x="3726452" y="5793462"/>
            <a:ext cx="1288173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0. Texture Image Data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37" name="연결선: 꺾임 436">
            <a:extLst>
              <a:ext uri="{FF2B5EF4-FFF2-40B4-BE49-F238E27FC236}">
                <a16:creationId xmlns:a16="http://schemas.microsoft.com/office/drawing/2014/main" id="{F45B89F9-953D-73AB-B727-1050EEEEABF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9598" y="3472899"/>
            <a:ext cx="915706" cy="106173"/>
          </a:xfrm>
          <a:prstGeom prst="bentConnector3">
            <a:avLst>
              <a:gd name="adj1" fmla="val 10002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직선 연결선 441">
            <a:extLst>
              <a:ext uri="{FF2B5EF4-FFF2-40B4-BE49-F238E27FC236}">
                <a16:creationId xmlns:a16="http://schemas.microsoft.com/office/drawing/2014/main" id="{726B5034-3944-39D8-FCC1-A3A13EEEA62F}"/>
              </a:ext>
            </a:extLst>
          </p:cNvPr>
          <p:cNvCxnSpPr>
            <a:cxnSpLocks/>
          </p:cNvCxnSpPr>
          <p:nvPr/>
        </p:nvCxnSpPr>
        <p:spPr>
          <a:xfrm>
            <a:off x="1463659" y="3035488"/>
            <a:ext cx="402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4C70EEF2-9DE2-046D-2E21-54A4E1A1C664}"/>
              </a:ext>
            </a:extLst>
          </p:cNvPr>
          <p:cNvCxnSpPr>
            <a:cxnSpLocks/>
          </p:cNvCxnSpPr>
          <p:nvPr/>
        </p:nvCxnSpPr>
        <p:spPr>
          <a:xfrm flipH="1">
            <a:off x="1463659" y="2074599"/>
            <a:ext cx="402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직선 연결선 445">
            <a:extLst>
              <a:ext uri="{FF2B5EF4-FFF2-40B4-BE49-F238E27FC236}">
                <a16:creationId xmlns:a16="http://schemas.microsoft.com/office/drawing/2014/main" id="{A24A193A-31D1-B175-C7A5-189B92B16B2A}"/>
              </a:ext>
            </a:extLst>
          </p:cNvPr>
          <p:cNvCxnSpPr>
            <a:cxnSpLocks/>
          </p:cNvCxnSpPr>
          <p:nvPr/>
        </p:nvCxnSpPr>
        <p:spPr>
          <a:xfrm flipV="1">
            <a:off x="1463655" y="2190651"/>
            <a:ext cx="0" cy="896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직선 연결선 449">
            <a:extLst>
              <a:ext uri="{FF2B5EF4-FFF2-40B4-BE49-F238E27FC236}">
                <a16:creationId xmlns:a16="http://schemas.microsoft.com/office/drawing/2014/main" id="{0E42AB0A-556A-D1E2-32E6-D7B264AD1FAF}"/>
              </a:ext>
            </a:extLst>
          </p:cNvPr>
          <p:cNvCxnSpPr>
            <a:cxnSpLocks/>
          </p:cNvCxnSpPr>
          <p:nvPr/>
        </p:nvCxnSpPr>
        <p:spPr>
          <a:xfrm flipH="1">
            <a:off x="1463659" y="1602770"/>
            <a:ext cx="4027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직선 연결선 450">
            <a:extLst>
              <a:ext uri="{FF2B5EF4-FFF2-40B4-BE49-F238E27FC236}">
                <a16:creationId xmlns:a16="http://schemas.microsoft.com/office/drawing/2014/main" id="{B0B41BD4-3D8B-5100-A838-5108972FF8C6}"/>
              </a:ext>
            </a:extLst>
          </p:cNvPr>
          <p:cNvCxnSpPr>
            <a:cxnSpLocks/>
          </p:cNvCxnSpPr>
          <p:nvPr/>
        </p:nvCxnSpPr>
        <p:spPr>
          <a:xfrm flipV="1">
            <a:off x="1463655" y="1602774"/>
            <a:ext cx="0" cy="5878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직선 연결선 462">
            <a:extLst>
              <a:ext uri="{FF2B5EF4-FFF2-40B4-BE49-F238E27FC236}">
                <a16:creationId xmlns:a16="http://schemas.microsoft.com/office/drawing/2014/main" id="{4795056E-A76F-5B91-B0AC-3C6E3DCE9876}"/>
              </a:ext>
            </a:extLst>
          </p:cNvPr>
          <p:cNvCxnSpPr>
            <a:cxnSpLocks/>
          </p:cNvCxnSpPr>
          <p:nvPr/>
        </p:nvCxnSpPr>
        <p:spPr>
          <a:xfrm flipH="1">
            <a:off x="1647517" y="2185558"/>
            <a:ext cx="2189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C7AE3897-275C-965E-7D8D-2BA0D15ED6E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15468" y="2317608"/>
            <a:ext cx="394466" cy="130372"/>
          </a:xfrm>
          <a:prstGeom prst="bentConnector3">
            <a:avLst>
              <a:gd name="adj1" fmla="val 993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직선 연결선 475">
            <a:extLst>
              <a:ext uri="{FF2B5EF4-FFF2-40B4-BE49-F238E27FC236}">
                <a16:creationId xmlns:a16="http://schemas.microsoft.com/office/drawing/2014/main" id="{5A23944E-D14D-B53D-1519-708658415501}"/>
              </a:ext>
            </a:extLst>
          </p:cNvPr>
          <p:cNvCxnSpPr>
            <a:cxnSpLocks/>
          </p:cNvCxnSpPr>
          <p:nvPr/>
        </p:nvCxnSpPr>
        <p:spPr>
          <a:xfrm>
            <a:off x="3013852" y="2562211"/>
            <a:ext cx="128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직선 연결선 476">
            <a:extLst>
              <a:ext uri="{FF2B5EF4-FFF2-40B4-BE49-F238E27FC236}">
                <a16:creationId xmlns:a16="http://schemas.microsoft.com/office/drawing/2014/main" id="{7E8723B9-BAAE-BCF5-6FE1-4CA1A37957BF}"/>
              </a:ext>
            </a:extLst>
          </p:cNvPr>
          <p:cNvCxnSpPr>
            <a:cxnSpLocks/>
          </p:cNvCxnSpPr>
          <p:nvPr/>
        </p:nvCxnSpPr>
        <p:spPr>
          <a:xfrm>
            <a:off x="3057999" y="2684369"/>
            <a:ext cx="839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연결선: 꺾임 479">
            <a:extLst>
              <a:ext uri="{FF2B5EF4-FFF2-40B4-BE49-F238E27FC236}">
                <a16:creationId xmlns:a16="http://schemas.microsoft.com/office/drawing/2014/main" id="{BFB084F3-519A-8427-690D-5D04FB4C0BC4}"/>
              </a:ext>
            </a:extLst>
          </p:cNvPr>
          <p:cNvCxnSpPr>
            <a:cxnSpLocks/>
          </p:cNvCxnSpPr>
          <p:nvPr/>
        </p:nvCxnSpPr>
        <p:spPr>
          <a:xfrm rot="5400000">
            <a:off x="2666116" y="2871497"/>
            <a:ext cx="785154" cy="166578"/>
          </a:xfrm>
          <a:prstGeom prst="bentConnector3">
            <a:avLst>
              <a:gd name="adj1" fmla="val 9959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직선 연결선 484">
            <a:extLst>
              <a:ext uri="{FF2B5EF4-FFF2-40B4-BE49-F238E27FC236}">
                <a16:creationId xmlns:a16="http://schemas.microsoft.com/office/drawing/2014/main" id="{05748EBD-3E6D-5ADB-8AB1-AF0083749F15}"/>
              </a:ext>
            </a:extLst>
          </p:cNvPr>
          <p:cNvCxnSpPr>
            <a:cxnSpLocks/>
          </p:cNvCxnSpPr>
          <p:nvPr/>
        </p:nvCxnSpPr>
        <p:spPr>
          <a:xfrm>
            <a:off x="2926534" y="1694384"/>
            <a:ext cx="2154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직선 연결선 485">
            <a:extLst>
              <a:ext uri="{FF2B5EF4-FFF2-40B4-BE49-F238E27FC236}">
                <a16:creationId xmlns:a16="http://schemas.microsoft.com/office/drawing/2014/main" id="{09FF20DA-5D7A-F152-A713-AB63AD0FA99B}"/>
              </a:ext>
            </a:extLst>
          </p:cNvPr>
          <p:cNvCxnSpPr>
            <a:cxnSpLocks/>
          </p:cNvCxnSpPr>
          <p:nvPr/>
        </p:nvCxnSpPr>
        <p:spPr>
          <a:xfrm flipV="1">
            <a:off x="3141979" y="1694384"/>
            <a:ext cx="0" cy="8678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직선 연결선 527">
            <a:extLst>
              <a:ext uri="{FF2B5EF4-FFF2-40B4-BE49-F238E27FC236}">
                <a16:creationId xmlns:a16="http://schemas.microsoft.com/office/drawing/2014/main" id="{77CC50AB-A995-2FD2-C6BE-62E9F9D14254}"/>
              </a:ext>
            </a:extLst>
          </p:cNvPr>
          <p:cNvCxnSpPr>
            <a:cxnSpLocks/>
          </p:cNvCxnSpPr>
          <p:nvPr/>
        </p:nvCxnSpPr>
        <p:spPr>
          <a:xfrm flipH="1" flipV="1">
            <a:off x="8248460" y="2465964"/>
            <a:ext cx="1278224" cy="199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직선 연결선 529">
            <a:extLst>
              <a:ext uri="{FF2B5EF4-FFF2-40B4-BE49-F238E27FC236}">
                <a16:creationId xmlns:a16="http://schemas.microsoft.com/office/drawing/2014/main" id="{A9CB6DF9-BC5B-EC06-5DF6-FAFE41FEB65F}"/>
              </a:ext>
            </a:extLst>
          </p:cNvPr>
          <p:cNvCxnSpPr>
            <a:cxnSpLocks/>
          </p:cNvCxnSpPr>
          <p:nvPr/>
        </p:nvCxnSpPr>
        <p:spPr>
          <a:xfrm>
            <a:off x="8248460" y="2465396"/>
            <a:ext cx="15255" cy="315997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직선 화살표 연결선 535">
            <a:extLst>
              <a:ext uri="{FF2B5EF4-FFF2-40B4-BE49-F238E27FC236}">
                <a16:creationId xmlns:a16="http://schemas.microsoft.com/office/drawing/2014/main" id="{0DB4D283-FEFE-543C-25EB-B4FD711A1D84}"/>
              </a:ext>
            </a:extLst>
          </p:cNvPr>
          <p:cNvCxnSpPr>
            <a:cxnSpLocks/>
          </p:cNvCxnSpPr>
          <p:nvPr/>
        </p:nvCxnSpPr>
        <p:spPr>
          <a:xfrm flipH="1">
            <a:off x="7238942" y="5625368"/>
            <a:ext cx="102477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F23309E2-BEBF-7514-5D6D-F83BE7641397}"/>
              </a:ext>
            </a:extLst>
          </p:cNvPr>
          <p:cNvCxnSpPr>
            <a:cxnSpLocks/>
          </p:cNvCxnSpPr>
          <p:nvPr/>
        </p:nvCxnSpPr>
        <p:spPr>
          <a:xfrm flipH="1">
            <a:off x="8354025" y="2515026"/>
            <a:ext cx="1172659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 539">
            <a:extLst>
              <a:ext uri="{FF2B5EF4-FFF2-40B4-BE49-F238E27FC236}">
                <a16:creationId xmlns:a16="http://schemas.microsoft.com/office/drawing/2014/main" id="{D7436580-C384-91EE-9FE0-DDE5E1142F02}"/>
              </a:ext>
            </a:extLst>
          </p:cNvPr>
          <p:cNvCxnSpPr>
            <a:cxnSpLocks/>
          </p:cNvCxnSpPr>
          <p:nvPr/>
        </p:nvCxnSpPr>
        <p:spPr>
          <a:xfrm>
            <a:off x="8354028" y="2515028"/>
            <a:ext cx="18065" cy="270697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직선 화살표 연결선 541">
            <a:extLst>
              <a:ext uri="{FF2B5EF4-FFF2-40B4-BE49-F238E27FC236}">
                <a16:creationId xmlns:a16="http://schemas.microsoft.com/office/drawing/2014/main" id="{586BB5A7-B8F4-AAE3-0B6D-F9062BAE821C}"/>
              </a:ext>
            </a:extLst>
          </p:cNvPr>
          <p:cNvCxnSpPr>
            <a:cxnSpLocks/>
          </p:cNvCxnSpPr>
          <p:nvPr/>
        </p:nvCxnSpPr>
        <p:spPr>
          <a:xfrm flipH="1">
            <a:off x="7215733" y="5222004"/>
            <a:ext cx="1156360" cy="1177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연결선: 꺾임 550">
            <a:extLst>
              <a:ext uri="{FF2B5EF4-FFF2-40B4-BE49-F238E27FC236}">
                <a16:creationId xmlns:a16="http://schemas.microsoft.com/office/drawing/2014/main" id="{8A92272D-AE86-596D-5306-E2F83B8849D4}"/>
              </a:ext>
            </a:extLst>
          </p:cNvPr>
          <p:cNvCxnSpPr>
            <a:cxnSpLocks/>
          </p:cNvCxnSpPr>
          <p:nvPr/>
        </p:nvCxnSpPr>
        <p:spPr>
          <a:xfrm>
            <a:off x="11024448" y="2707957"/>
            <a:ext cx="1297151" cy="378995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연결선: 꺾임 552">
            <a:extLst>
              <a:ext uri="{FF2B5EF4-FFF2-40B4-BE49-F238E27FC236}">
                <a16:creationId xmlns:a16="http://schemas.microsoft.com/office/drawing/2014/main" id="{D8BEFD28-3C92-48BF-14C3-33A787AA344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939306" y="3243487"/>
            <a:ext cx="1382295" cy="74752"/>
          </a:xfrm>
          <a:prstGeom prst="bentConnector3">
            <a:avLst>
              <a:gd name="adj1" fmla="val 50000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직선 연결선 600">
            <a:extLst>
              <a:ext uri="{FF2B5EF4-FFF2-40B4-BE49-F238E27FC236}">
                <a16:creationId xmlns:a16="http://schemas.microsoft.com/office/drawing/2014/main" id="{34F7252B-F1F0-E279-AD73-0CC8A1A8D320}"/>
              </a:ext>
            </a:extLst>
          </p:cNvPr>
          <p:cNvCxnSpPr>
            <a:cxnSpLocks/>
          </p:cNvCxnSpPr>
          <p:nvPr/>
        </p:nvCxnSpPr>
        <p:spPr>
          <a:xfrm flipH="1">
            <a:off x="8695047" y="3635191"/>
            <a:ext cx="8843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직선 연결선 605">
            <a:extLst>
              <a:ext uri="{FF2B5EF4-FFF2-40B4-BE49-F238E27FC236}">
                <a16:creationId xmlns:a16="http://schemas.microsoft.com/office/drawing/2014/main" id="{CB976B19-50A9-DAA3-278F-C6B837E9698B}"/>
              </a:ext>
            </a:extLst>
          </p:cNvPr>
          <p:cNvCxnSpPr>
            <a:cxnSpLocks/>
          </p:cNvCxnSpPr>
          <p:nvPr/>
        </p:nvCxnSpPr>
        <p:spPr>
          <a:xfrm>
            <a:off x="8701322" y="3635198"/>
            <a:ext cx="12483" cy="244664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직선 화살표 연결선 606">
            <a:extLst>
              <a:ext uri="{FF2B5EF4-FFF2-40B4-BE49-F238E27FC236}">
                <a16:creationId xmlns:a16="http://schemas.microsoft.com/office/drawing/2014/main" id="{3C03FBF9-570A-9639-737D-BE6082410AD8}"/>
              </a:ext>
            </a:extLst>
          </p:cNvPr>
          <p:cNvCxnSpPr>
            <a:cxnSpLocks/>
          </p:cNvCxnSpPr>
          <p:nvPr/>
        </p:nvCxnSpPr>
        <p:spPr>
          <a:xfrm flipH="1">
            <a:off x="7398921" y="6081841"/>
            <a:ext cx="1314880" cy="954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직선 연결선 611">
            <a:extLst>
              <a:ext uri="{FF2B5EF4-FFF2-40B4-BE49-F238E27FC236}">
                <a16:creationId xmlns:a16="http://schemas.microsoft.com/office/drawing/2014/main" id="{0B4E2D32-54CA-B2D5-A20C-E0013F9ECD9D}"/>
              </a:ext>
            </a:extLst>
          </p:cNvPr>
          <p:cNvCxnSpPr>
            <a:cxnSpLocks/>
          </p:cNvCxnSpPr>
          <p:nvPr/>
        </p:nvCxnSpPr>
        <p:spPr>
          <a:xfrm flipH="1">
            <a:off x="8763440" y="3686579"/>
            <a:ext cx="81597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직선 연결선 613">
            <a:extLst>
              <a:ext uri="{FF2B5EF4-FFF2-40B4-BE49-F238E27FC236}">
                <a16:creationId xmlns:a16="http://schemas.microsoft.com/office/drawing/2014/main" id="{A0C9ACDF-F1A8-5658-C794-5F751835C601}"/>
              </a:ext>
            </a:extLst>
          </p:cNvPr>
          <p:cNvCxnSpPr>
            <a:cxnSpLocks/>
          </p:cNvCxnSpPr>
          <p:nvPr/>
        </p:nvCxnSpPr>
        <p:spPr>
          <a:xfrm>
            <a:off x="8767553" y="3686583"/>
            <a:ext cx="11878" cy="26825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직선 화살표 연결선 615">
            <a:extLst>
              <a:ext uri="{FF2B5EF4-FFF2-40B4-BE49-F238E27FC236}">
                <a16:creationId xmlns:a16="http://schemas.microsoft.com/office/drawing/2014/main" id="{4EA20536-F5AC-9745-0873-D56D0A2B6EFB}"/>
              </a:ext>
            </a:extLst>
          </p:cNvPr>
          <p:cNvCxnSpPr>
            <a:cxnSpLocks/>
          </p:cNvCxnSpPr>
          <p:nvPr/>
        </p:nvCxnSpPr>
        <p:spPr>
          <a:xfrm flipH="1">
            <a:off x="7409102" y="6369978"/>
            <a:ext cx="1370329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1073749E-F6B8-7D6F-6076-4EE1F61A09F7}"/>
              </a:ext>
            </a:extLst>
          </p:cNvPr>
          <p:cNvSpPr txBox="1"/>
          <p:nvPr/>
        </p:nvSpPr>
        <p:spPr>
          <a:xfrm>
            <a:off x="7498021" y="5917355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30. Normals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5BAD4856-A9FE-D8BA-164B-323D091BFF40}"/>
              </a:ext>
            </a:extLst>
          </p:cNvPr>
          <p:cNvSpPr txBox="1"/>
          <p:nvPr/>
        </p:nvSpPr>
        <p:spPr>
          <a:xfrm>
            <a:off x="7482720" y="6191634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30. Colors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26" name="연결선: 꺾임 625">
            <a:extLst>
              <a:ext uri="{FF2B5EF4-FFF2-40B4-BE49-F238E27FC236}">
                <a16:creationId xmlns:a16="http://schemas.microsoft.com/office/drawing/2014/main" id="{96B000ED-E580-B3EB-FD14-69BDAB60F31D}"/>
              </a:ext>
            </a:extLst>
          </p:cNvPr>
          <p:cNvCxnSpPr/>
          <p:nvPr/>
        </p:nvCxnSpPr>
        <p:spPr>
          <a:xfrm flipV="1">
            <a:off x="7231016" y="3929332"/>
            <a:ext cx="2390394" cy="1447367"/>
          </a:xfrm>
          <a:prstGeom prst="bentConnector3">
            <a:avLst>
              <a:gd name="adj1" fmla="val 67247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연결선: 꺾임 627">
            <a:extLst>
              <a:ext uri="{FF2B5EF4-FFF2-40B4-BE49-F238E27FC236}">
                <a16:creationId xmlns:a16="http://schemas.microsoft.com/office/drawing/2014/main" id="{B14C5BA5-FD40-D5AB-EEB2-D4C45387847A}"/>
              </a:ext>
            </a:extLst>
          </p:cNvPr>
          <p:cNvCxnSpPr>
            <a:cxnSpLocks/>
          </p:cNvCxnSpPr>
          <p:nvPr/>
        </p:nvCxnSpPr>
        <p:spPr>
          <a:xfrm flipV="1">
            <a:off x="7241046" y="4009254"/>
            <a:ext cx="2376700" cy="1759686"/>
          </a:xfrm>
          <a:prstGeom prst="bentConnector3">
            <a:avLst>
              <a:gd name="adj1" fmla="val 70345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연결선: 꺾임 630">
            <a:extLst>
              <a:ext uri="{FF2B5EF4-FFF2-40B4-BE49-F238E27FC236}">
                <a16:creationId xmlns:a16="http://schemas.microsoft.com/office/drawing/2014/main" id="{D7F9C1BC-214A-5AEB-A0CD-9BD5A4851378}"/>
              </a:ext>
            </a:extLst>
          </p:cNvPr>
          <p:cNvCxnSpPr>
            <a:cxnSpLocks/>
          </p:cNvCxnSpPr>
          <p:nvPr/>
        </p:nvCxnSpPr>
        <p:spPr>
          <a:xfrm flipV="1">
            <a:off x="7402714" y="4075035"/>
            <a:ext cx="2151932" cy="2090833"/>
          </a:xfrm>
          <a:prstGeom prst="bentConnector3">
            <a:avLst>
              <a:gd name="adj1" fmla="val 73416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직선 연결선 635">
            <a:extLst>
              <a:ext uri="{FF2B5EF4-FFF2-40B4-BE49-F238E27FC236}">
                <a16:creationId xmlns:a16="http://schemas.microsoft.com/office/drawing/2014/main" id="{CD6957BE-1E6D-56A1-B48D-2692134B9483}"/>
              </a:ext>
            </a:extLst>
          </p:cNvPr>
          <p:cNvCxnSpPr>
            <a:cxnSpLocks/>
          </p:cNvCxnSpPr>
          <p:nvPr/>
        </p:nvCxnSpPr>
        <p:spPr>
          <a:xfrm flipH="1">
            <a:off x="7398923" y="6451035"/>
            <a:ext cx="1647342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직선 연결선 637">
            <a:extLst>
              <a:ext uri="{FF2B5EF4-FFF2-40B4-BE49-F238E27FC236}">
                <a16:creationId xmlns:a16="http://schemas.microsoft.com/office/drawing/2014/main" id="{DAA5CCAB-416D-7B7A-019F-9390B270B381}"/>
              </a:ext>
            </a:extLst>
          </p:cNvPr>
          <p:cNvCxnSpPr>
            <a:cxnSpLocks/>
          </p:cNvCxnSpPr>
          <p:nvPr/>
        </p:nvCxnSpPr>
        <p:spPr>
          <a:xfrm>
            <a:off x="9046268" y="4143628"/>
            <a:ext cx="5363" cy="230758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직선 화살표 연결선 640">
            <a:extLst>
              <a:ext uri="{FF2B5EF4-FFF2-40B4-BE49-F238E27FC236}">
                <a16:creationId xmlns:a16="http://schemas.microsoft.com/office/drawing/2014/main" id="{832E237B-CAEC-E4E8-9186-86B3C93C4A89}"/>
              </a:ext>
            </a:extLst>
          </p:cNvPr>
          <p:cNvCxnSpPr/>
          <p:nvPr/>
        </p:nvCxnSpPr>
        <p:spPr>
          <a:xfrm>
            <a:off x="9046264" y="4142621"/>
            <a:ext cx="506854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>
            <a:extLst>
              <a:ext uri="{FF2B5EF4-FFF2-40B4-BE49-F238E27FC236}">
                <a16:creationId xmlns:a16="http://schemas.microsoft.com/office/drawing/2014/main" id="{5FDE2B83-5573-A689-4B70-C9ED40BCA21D}"/>
              </a:ext>
            </a:extLst>
          </p:cNvPr>
          <p:cNvSpPr txBox="1"/>
          <p:nvPr/>
        </p:nvSpPr>
        <p:spPr>
          <a:xfrm>
            <a:off x="9036926" y="4500700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Normals</a:t>
            </a:r>
          </a:p>
        </p:txBody>
      </p:sp>
      <p:cxnSp>
        <p:nvCxnSpPr>
          <p:cNvPr id="647" name="직선 화살표 연결선 646">
            <a:extLst>
              <a:ext uri="{FF2B5EF4-FFF2-40B4-BE49-F238E27FC236}">
                <a16:creationId xmlns:a16="http://schemas.microsoft.com/office/drawing/2014/main" id="{1D723182-8F5A-F421-71A2-7E1A9FD171E5}"/>
              </a:ext>
            </a:extLst>
          </p:cNvPr>
          <p:cNvCxnSpPr/>
          <p:nvPr/>
        </p:nvCxnSpPr>
        <p:spPr>
          <a:xfrm>
            <a:off x="10724933" y="6498501"/>
            <a:ext cx="442823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TextBox 647">
            <a:extLst>
              <a:ext uri="{FF2B5EF4-FFF2-40B4-BE49-F238E27FC236}">
                <a16:creationId xmlns:a16="http://schemas.microsoft.com/office/drawing/2014/main" id="{C17BCDCF-2FDE-CA0D-D860-9EACB9586C52}"/>
              </a:ext>
            </a:extLst>
          </p:cNvPr>
          <p:cNvSpPr txBox="1"/>
          <p:nvPr/>
        </p:nvSpPr>
        <p:spPr>
          <a:xfrm>
            <a:off x="11167756" y="6406440"/>
            <a:ext cx="1435347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Set ALU Port</a:t>
            </a:r>
            <a:endParaRPr lang="ko-KR" altLang="en-US" sz="72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49" name="TextBox 648">
            <a:extLst>
              <a:ext uri="{FF2B5EF4-FFF2-40B4-BE49-F238E27FC236}">
                <a16:creationId xmlns:a16="http://schemas.microsoft.com/office/drawing/2014/main" id="{6FC7C2EC-6B3C-BA41-32D8-5AB770018408}"/>
              </a:ext>
            </a:extLst>
          </p:cNvPr>
          <p:cNvSpPr txBox="1"/>
          <p:nvPr/>
        </p:nvSpPr>
        <p:spPr>
          <a:xfrm>
            <a:off x="10915405" y="2542625"/>
            <a:ext cx="1305251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25. FDecalVSOutput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11E4D4F6-C60C-72DB-E01A-E9C36A108F0F}"/>
              </a:ext>
            </a:extLst>
          </p:cNvPr>
          <p:cNvSpPr txBox="1"/>
          <p:nvPr/>
        </p:nvSpPr>
        <p:spPr>
          <a:xfrm>
            <a:off x="11286255" y="3302203"/>
            <a:ext cx="873675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26. Fragments (UV)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53" name="연결선: 꺾임 652">
            <a:extLst>
              <a:ext uri="{FF2B5EF4-FFF2-40B4-BE49-F238E27FC236}">
                <a16:creationId xmlns:a16="http://schemas.microsoft.com/office/drawing/2014/main" id="{5058C6B1-6432-E190-C87A-87BDC4F2DEF8}"/>
              </a:ext>
            </a:extLst>
          </p:cNvPr>
          <p:cNvCxnSpPr>
            <a:cxnSpLocks/>
          </p:cNvCxnSpPr>
          <p:nvPr/>
        </p:nvCxnSpPr>
        <p:spPr>
          <a:xfrm flipV="1">
            <a:off x="7119607" y="3284038"/>
            <a:ext cx="2448004" cy="1650154"/>
          </a:xfrm>
          <a:prstGeom prst="bentConnector3">
            <a:avLst>
              <a:gd name="adj1" fmla="val 54990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>
            <a:extLst>
              <a:ext uri="{FF2B5EF4-FFF2-40B4-BE49-F238E27FC236}">
                <a16:creationId xmlns:a16="http://schemas.microsoft.com/office/drawing/2014/main" id="{27FB16CA-793E-B537-4915-2E2E6FB01D3A}"/>
              </a:ext>
            </a:extLst>
          </p:cNvPr>
          <p:cNvSpPr txBox="1"/>
          <p:nvPr/>
        </p:nvSpPr>
        <p:spPr>
          <a:xfrm>
            <a:off x="8682480" y="3026906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26. Samples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67" name="직선 화살표 연결선 666">
            <a:extLst>
              <a:ext uri="{FF2B5EF4-FFF2-40B4-BE49-F238E27FC236}">
                <a16:creationId xmlns:a16="http://schemas.microsoft.com/office/drawing/2014/main" id="{47D4D0F9-349E-934A-0552-959D0E27E9AA}"/>
              </a:ext>
            </a:extLst>
          </p:cNvPr>
          <p:cNvCxnSpPr>
            <a:cxnSpLocks/>
          </p:cNvCxnSpPr>
          <p:nvPr/>
        </p:nvCxnSpPr>
        <p:spPr>
          <a:xfrm>
            <a:off x="7647497" y="1981962"/>
            <a:ext cx="1835303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직선 연결선 670">
            <a:extLst>
              <a:ext uri="{FF2B5EF4-FFF2-40B4-BE49-F238E27FC236}">
                <a16:creationId xmlns:a16="http://schemas.microsoft.com/office/drawing/2014/main" id="{2A228118-535C-70A3-E7B7-B6B82BFE5E8D}"/>
              </a:ext>
            </a:extLst>
          </p:cNvPr>
          <p:cNvCxnSpPr>
            <a:cxnSpLocks/>
          </p:cNvCxnSpPr>
          <p:nvPr/>
        </p:nvCxnSpPr>
        <p:spPr>
          <a:xfrm flipH="1">
            <a:off x="7638918" y="1982389"/>
            <a:ext cx="3216" cy="261820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직선 연결선 672">
            <a:extLst>
              <a:ext uri="{FF2B5EF4-FFF2-40B4-BE49-F238E27FC236}">
                <a16:creationId xmlns:a16="http://schemas.microsoft.com/office/drawing/2014/main" id="{02A8D3B9-2AB4-438B-5A54-361A3655BC8A}"/>
              </a:ext>
            </a:extLst>
          </p:cNvPr>
          <p:cNvCxnSpPr>
            <a:cxnSpLocks/>
          </p:cNvCxnSpPr>
          <p:nvPr/>
        </p:nvCxnSpPr>
        <p:spPr>
          <a:xfrm flipH="1">
            <a:off x="7103143" y="4604854"/>
            <a:ext cx="54435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직선 화살표 연결선 676">
            <a:extLst>
              <a:ext uri="{FF2B5EF4-FFF2-40B4-BE49-F238E27FC236}">
                <a16:creationId xmlns:a16="http://schemas.microsoft.com/office/drawing/2014/main" id="{C5CDDAC8-3588-0625-ABBB-CA61A52105A7}"/>
              </a:ext>
            </a:extLst>
          </p:cNvPr>
          <p:cNvCxnSpPr>
            <a:cxnSpLocks/>
          </p:cNvCxnSpPr>
          <p:nvPr/>
        </p:nvCxnSpPr>
        <p:spPr>
          <a:xfrm>
            <a:off x="7712702" y="2290043"/>
            <a:ext cx="1785671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직선 연결선 679">
            <a:extLst>
              <a:ext uri="{FF2B5EF4-FFF2-40B4-BE49-F238E27FC236}">
                <a16:creationId xmlns:a16="http://schemas.microsoft.com/office/drawing/2014/main" id="{5E57636D-5427-7393-52D4-EEC0733F1883}"/>
              </a:ext>
            </a:extLst>
          </p:cNvPr>
          <p:cNvCxnSpPr>
            <a:cxnSpLocks/>
          </p:cNvCxnSpPr>
          <p:nvPr/>
        </p:nvCxnSpPr>
        <p:spPr>
          <a:xfrm>
            <a:off x="7713548" y="2293093"/>
            <a:ext cx="0" cy="260538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직선 연결선 685">
            <a:extLst>
              <a:ext uri="{FF2B5EF4-FFF2-40B4-BE49-F238E27FC236}">
                <a16:creationId xmlns:a16="http://schemas.microsoft.com/office/drawing/2014/main" id="{DA8CDEC1-404D-7472-9B66-0A65B61EB04F}"/>
              </a:ext>
            </a:extLst>
          </p:cNvPr>
          <p:cNvCxnSpPr>
            <a:cxnSpLocks/>
          </p:cNvCxnSpPr>
          <p:nvPr/>
        </p:nvCxnSpPr>
        <p:spPr>
          <a:xfrm flipH="1">
            <a:off x="7117185" y="4896013"/>
            <a:ext cx="594589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B2C2333D-88ED-9D67-6243-4CC7539A2145}"/>
              </a:ext>
            </a:extLst>
          </p:cNvPr>
          <p:cNvCxnSpPr>
            <a:cxnSpLocks/>
          </p:cNvCxnSpPr>
          <p:nvPr/>
        </p:nvCxnSpPr>
        <p:spPr>
          <a:xfrm flipV="1">
            <a:off x="2918385" y="1843922"/>
            <a:ext cx="7007127" cy="2332223"/>
          </a:xfrm>
          <a:prstGeom prst="bentConnector3">
            <a:avLst>
              <a:gd name="adj1" fmla="val 287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DA54E0D2-A519-E3CC-4A2F-E9D89DEB7A20}"/>
              </a:ext>
            </a:extLst>
          </p:cNvPr>
          <p:cNvCxnSpPr>
            <a:cxnSpLocks/>
          </p:cNvCxnSpPr>
          <p:nvPr/>
        </p:nvCxnSpPr>
        <p:spPr>
          <a:xfrm flipV="1">
            <a:off x="2926536" y="2763231"/>
            <a:ext cx="6745773" cy="1515496"/>
          </a:xfrm>
          <a:prstGeom prst="bentConnector3">
            <a:avLst>
              <a:gd name="adj1" fmla="val 314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연결선: 꺾임 710">
            <a:extLst>
              <a:ext uri="{FF2B5EF4-FFF2-40B4-BE49-F238E27FC236}">
                <a16:creationId xmlns:a16="http://schemas.microsoft.com/office/drawing/2014/main" id="{220B5AEA-F76B-9507-3F8D-8CD56AD3AF51}"/>
              </a:ext>
            </a:extLst>
          </p:cNvPr>
          <p:cNvCxnSpPr>
            <a:cxnSpLocks/>
          </p:cNvCxnSpPr>
          <p:nvPr/>
        </p:nvCxnSpPr>
        <p:spPr>
          <a:xfrm flipV="1">
            <a:off x="2896453" y="3045648"/>
            <a:ext cx="6899997" cy="1358134"/>
          </a:xfrm>
          <a:prstGeom prst="bentConnector3">
            <a:avLst>
              <a:gd name="adj1" fmla="val 3296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연결선: 꺾임 718">
            <a:extLst>
              <a:ext uri="{FF2B5EF4-FFF2-40B4-BE49-F238E27FC236}">
                <a16:creationId xmlns:a16="http://schemas.microsoft.com/office/drawing/2014/main" id="{28B9A646-E64C-ACFE-8A9F-D52EF6031369}"/>
              </a:ext>
            </a:extLst>
          </p:cNvPr>
          <p:cNvCxnSpPr>
            <a:cxnSpLocks/>
          </p:cNvCxnSpPr>
          <p:nvPr/>
        </p:nvCxnSpPr>
        <p:spPr>
          <a:xfrm>
            <a:off x="11009493" y="3032885"/>
            <a:ext cx="1312104" cy="141691"/>
          </a:xfrm>
          <a:prstGeom prst="bentConnector3">
            <a:avLst>
              <a:gd name="adj1" fmla="val 4534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연결선: 꺾임 725">
            <a:extLst>
              <a:ext uri="{FF2B5EF4-FFF2-40B4-BE49-F238E27FC236}">
                <a16:creationId xmlns:a16="http://schemas.microsoft.com/office/drawing/2014/main" id="{088CE526-14F2-9D14-1598-4CBB5F4A564F}"/>
              </a:ext>
            </a:extLst>
          </p:cNvPr>
          <p:cNvCxnSpPr/>
          <p:nvPr/>
        </p:nvCxnSpPr>
        <p:spPr>
          <a:xfrm rot="10800000" flipV="1">
            <a:off x="10946344" y="3318239"/>
            <a:ext cx="1437221" cy="567350"/>
          </a:xfrm>
          <a:prstGeom prst="bentConnector3">
            <a:avLst>
              <a:gd name="adj1" fmla="val -572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>
            <a:extLst>
              <a:ext uri="{FF2B5EF4-FFF2-40B4-BE49-F238E27FC236}">
                <a16:creationId xmlns:a16="http://schemas.microsoft.com/office/drawing/2014/main" id="{3B665353-1235-CAE2-EDBE-CF2FFBCA9F6D}"/>
              </a:ext>
            </a:extLst>
          </p:cNvPr>
          <p:cNvSpPr txBox="1"/>
          <p:nvPr/>
        </p:nvSpPr>
        <p:spPr>
          <a:xfrm>
            <a:off x="11292886" y="3909652"/>
            <a:ext cx="873675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Fragments (UV)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1AB79A19-3B96-AD7C-D77C-E174AF916772}"/>
              </a:ext>
            </a:extLst>
          </p:cNvPr>
          <p:cNvSpPr txBox="1"/>
          <p:nvPr/>
        </p:nvSpPr>
        <p:spPr>
          <a:xfrm>
            <a:off x="10713078" y="3008173"/>
            <a:ext cx="985686" cy="31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36. Ffullscreen</a:t>
            </a:r>
            <a:b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</a:br>
            <a:r>
              <a:rPr lang="en-US" altLang="ko-KR" sz="724" dirty="0">
                <a:solidFill>
                  <a:srgbClr val="FFC000"/>
                </a:solidFill>
                <a:latin typeface="Consolas" panose="020B0609020204030204" pitchFamily="49" charset="0"/>
              </a:rPr>
              <a:t>VSOutput</a:t>
            </a:r>
            <a:endParaRPr lang="ko-KR" altLang="en-US" sz="724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736" name="TextBox 735">
            <a:extLst>
              <a:ext uri="{FF2B5EF4-FFF2-40B4-BE49-F238E27FC236}">
                <a16:creationId xmlns:a16="http://schemas.microsoft.com/office/drawing/2014/main" id="{25B6E70C-86E8-F69B-C5AB-1F08D7DE4DB6}"/>
              </a:ext>
            </a:extLst>
          </p:cNvPr>
          <p:cNvSpPr txBox="1"/>
          <p:nvPr/>
        </p:nvSpPr>
        <p:spPr>
          <a:xfrm>
            <a:off x="7452224" y="5357517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Normals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37" name="TextBox 736">
            <a:extLst>
              <a:ext uri="{FF2B5EF4-FFF2-40B4-BE49-F238E27FC236}">
                <a16:creationId xmlns:a16="http://schemas.microsoft.com/office/drawing/2014/main" id="{1BDE7A5E-00F6-554D-1F95-203187DCD17D}"/>
              </a:ext>
            </a:extLst>
          </p:cNvPr>
          <p:cNvSpPr txBox="1"/>
          <p:nvPr/>
        </p:nvSpPr>
        <p:spPr>
          <a:xfrm>
            <a:off x="7440970" y="5753970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Colors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38" name="TextBox 737">
            <a:extLst>
              <a:ext uri="{FF2B5EF4-FFF2-40B4-BE49-F238E27FC236}">
                <a16:creationId xmlns:a16="http://schemas.microsoft.com/office/drawing/2014/main" id="{EBB652BF-7034-EFE8-2F6C-07B19364F7AC}"/>
              </a:ext>
            </a:extLst>
          </p:cNvPr>
          <p:cNvSpPr txBox="1"/>
          <p:nvPr/>
        </p:nvSpPr>
        <p:spPr>
          <a:xfrm>
            <a:off x="9016109" y="4610051"/>
            <a:ext cx="742489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rgbClr val="FFFF00"/>
                </a:solidFill>
                <a:latin typeface="Consolas" panose="020B0609020204030204" pitchFamily="49" charset="0"/>
              </a:rPr>
              <a:t>37. Colors</a:t>
            </a:r>
            <a:endParaRPr lang="ko-KR" altLang="en-US" sz="724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7A976319-3A26-AF88-4AE1-24C19F796584}"/>
              </a:ext>
            </a:extLst>
          </p:cNvPr>
          <p:cNvSpPr txBox="1"/>
          <p:nvPr/>
        </p:nvSpPr>
        <p:spPr>
          <a:xfrm>
            <a:off x="13017486" y="8374099"/>
            <a:ext cx="1376694" cy="203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4" dirty="0">
                <a:solidFill>
                  <a:schemeClr val="bg1"/>
                </a:solidFill>
                <a:latin typeface="Consolas" panose="020B0609020204030204" pitchFamily="49" charset="0"/>
              </a:rPr>
              <a:t>2026/04/20 Kihoon Kim</a:t>
            </a:r>
            <a:endParaRPr lang="ko-KR" altLang="en-US" sz="72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4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636</TotalTime>
  <Words>434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Aptos</vt:lpstr>
      <vt:lpstr>Aptos Display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83</cp:revision>
  <dcterms:created xsi:type="dcterms:W3CDTF">2026-04-20T04:15:16Z</dcterms:created>
  <dcterms:modified xsi:type="dcterms:W3CDTF">2026-04-20T14:51:32Z</dcterms:modified>
</cp:coreProperties>
</file>