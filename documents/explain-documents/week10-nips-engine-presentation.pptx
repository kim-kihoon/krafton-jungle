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61" r:id="rId7"/>
    <p:sldId id="264" r:id="rId8"/>
    <p:sldId id="269" r:id="rId9"/>
    <p:sldId id="265" r:id="rId10"/>
    <p:sldId id="271" r:id="rId11"/>
    <p:sldId id="262" r:id="rId12"/>
    <p:sldId id="274" r:id="rId13"/>
    <p:sldId id="259" r:id="rId14"/>
    <p:sldId id="267" r:id="rId15"/>
    <p:sldId id="273" r:id="rId16"/>
    <p:sldId id="266" r:id="rId17"/>
    <p:sldId id="268" r:id="rId1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90A03"/>
    <a:srgbClr val="FCFCFC"/>
    <a:srgbClr val="9CDCFE"/>
    <a:srgbClr val="DCDCAA"/>
    <a:srgbClr val="6A9955"/>
    <a:srgbClr val="9E9E9E"/>
    <a:srgbClr val="181818"/>
    <a:srgbClr val="2B2B2B"/>
    <a:srgbClr val="141414"/>
    <a:srgbClr val="2121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6B58B31-FFF3-CCCE-DFC9-B7B488C6CA4B}" v="35" dt="2026-05-13T05:30:00.982"/>
    <p1510:client id="{0FF2B218-6E3C-12F5-93ED-CF423EA321A9}" v="141" dt="2026-05-13T05:41:14.802"/>
    <p1510:client id="{4A9D8294-DBF4-CE10-FB06-9A2BD3DA7487}" v="10" dt="2026-05-13T08:51:57.315"/>
    <p1510:client id="{6B10C2CB-61A3-25FA-AF6B-810679BDB5F8}" v="1353" dt="2026-05-13T15:41:52.443"/>
    <p1510:client id="{756AC9FE-448D-7F82-8E98-F7630BDFE7C0}" v="16" dt="2026-05-13T07:26:45.392"/>
    <p1510:client id="{7D6D6A79-B33F-FF85-D6DE-321F6779E064}" v="31" dt="2026-05-13T06:41:20.101"/>
    <p1510:client id="{8D41F61A-AC3B-4864-B3AF-3E33F5A5EF49}" v="5521" dt="2026-05-13T15:58:06.254"/>
    <p1510:client id="{8D48C37F-D150-213F-2D51-6AFC38296966}" v="2337" dt="2026-05-13T09:04:50.549"/>
    <p1510:client id="{9CD8BCE2-6930-9912-7082-6DC0D65CAB30}" v="103" dt="2026-05-13T13:56:15.636"/>
    <p1510:client id="{A1D91315-A125-219D-AA6B-569938DF1468}" v="13" dt="2026-05-13T09:54:19.951"/>
    <p1510:client id="{B8F7E461-4101-E92A-A023-65B3B45B390E}" v="114" dt="2026-05-13T10:25:52.062"/>
    <p1510:client id="{D622A28C-7CAD-14E1-88FC-E9174C192745}" v="1" dt="2026-05-13T13:47:35.431"/>
    <p1510:client id="{DB051E32-9B7D-53F7-3D62-63D600C93BF5}" v="26" dt="2026-05-13T13:47:16.01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0" d="100"/>
          <a:sy n="120" d="100"/>
        </p:scale>
        <p:origin x="1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721C443-7A89-F8F5-E21F-BA7F97BE32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7F3B35B-E918-4C57-C7FF-E5C3CEDCA9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4713EDD-00E8-E0F3-97CE-613449615A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E15C1-53B7-42E4-957E-957739BE9D2F}" type="datetimeFigureOut">
              <a:rPr lang="ko-KR" altLang="en-US" smtClean="0"/>
              <a:t>2026-05-14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4D5492-35F2-3039-D446-8622FF8658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9A4B31B-F1B9-C169-515C-4E3813EABF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38AA2-ACD3-4EC3-845A-7CA10A1CAC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73075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F6693C-B4C9-A87D-B207-C10B56FD65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555AA62-0E1D-59E0-D28F-FC8E4A8232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CEA8DB6-AB7D-8201-9BFB-B7E96D3647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E15C1-53B7-42E4-957E-957739BE9D2F}" type="datetimeFigureOut">
              <a:rPr lang="ko-KR" altLang="en-US" smtClean="0"/>
              <a:t>2026-05-14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E01A155-8F11-F022-5822-2F74636DCE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D0BF014-9216-C2BD-F011-8E7D495297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38AA2-ACD3-4EC3-845A-7CA10A1CAC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99710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EFFE880-FFD2-7BC0-5420-C1F8F707F1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40247FC-0359-F054-BE84-057A56BD01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E610E4E-17F7-42AC-3F19-0A7EBCB71D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E15C1-53B7-42E4-957E-957739BE9D2F}" type="datetimeFigureOut">
              <a:rPr lang="ko-KR" altLang="en-US" smtClean="0"/>
              <a:t>2026-05-14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7EA5674-83ED-F5DF-C7B7-0D59DB9963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1C3B664-27BD-6503-0AF9-EE4238F14E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38AA2-ACD3-4EC3-845A-7CA10A1CAC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84894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087BEA-A225-EEF2-867F-D32B162E6F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FD5442E-0C8D-FFB8-19E0-31ABC723A04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932BAFF-7BFA-AA23-2C35-FEDB1B0F5D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59F815B-3ED5-3306-8D9E-47F36C1EA6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E15C1-53B7-42E4-957E-957739BE9D2F}" type="datetimeFigureOut">
              <a:rPr lang="ko-KR" altLang="en-US" smtClean="0"/>
              <a:t>2026-05-14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91ECDD5-6B32-5CAE-DF9F-751C0C1D7E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1A30CCE-6226-002E-9892-90BBA6B3BE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38AA2-ACD3-4EC3-845A-7CA10A1CAC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04013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7FD5508-F270-D10A-FB77-21D9597D70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C6CFAF8-0743-BEB7-D69A-739DCDECDC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35AB01E-CBA5-FBD5-2544-5B8487D10E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8F6474A-83C7-7B69-5474-9701CDB355C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04828F01-E016-009E-C15B-AA76F0F464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3F8F8207-09C5-8475-14C0-854E743F9A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E15C1-53B7-42E4-957E-957739BE9D2F}" type="datetimeFigureOut">
              <a:rPr lang="ko-KR" altLang="en-US" smtClean="0"/>
              <a:t>2026-05-14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9E21ECA9-9B3C-A279-EB5B-35374C084F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A6E7DDDF-0E49-9A09-A4F5-DB5FD5A89F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38AA2-ACD3-4EC3-845A-7CA10A1CAC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36757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38D429E-ADC3-56BC-2470-D221922342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659121A-E21F-BCDD-F784-56CE3D58D7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E15C1-53B7-42E4-957E-957739BE9D2F}" type="datetimeFigureOut">
              <a:rPr lang="ko-KR" altLang="en-US" smtClean="0"/>
              <a:t>2026-05-14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4A60EDF-DB98-3B64-33F5-1C6E76F974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2413727-ADB1-056B-D645-E6B3C870D2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38AA2-ACD3-4EC3-845A-7CA10A1CAC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54165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FA1C58B3-8FF1-E590-5374-009C2F8476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E15C1-53B7-42E4-957E-957739BE9D2F}" type="datetimeFigureOut">
              <a:rPr lang="ko-KR" altLang="en-US" smtClean="0"/>
              <a:t>2026-05-14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02D9D540-0922-E77E-7EA8-DDE3EA960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292191C-1630-16D5-215B-FE2AD0C9C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38AA2-ACD3-4EC3-845A-7CA10A1CAC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23791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723D81E-5C06-783E-5BB9-5C79468096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94E4159-C2B9-FCF6-EB1E-DBF87A0ED5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0F7E52F-B519-FF51-E640-0C99858D71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21C6F9A-D497-EE86-CEDB-06757D76ED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E15C1-53B7-42E4-957E-957739BE9D2F}" type="datetimeFigureOut">
              <a:rPr lang="ko-KR" altLang="en-US" smtClean="0"/>
              <a:t>2026-05-14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BDE73CA-8B7D-B394-4214-2EA081E90F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9E19A22-77F7-37B9-6883-3058E6B050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38AA2-ACD3-4EC3-845A-7CA10A1CAC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902530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1B9E3D-567C-C8D2-AB4D-DCD85C810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FFFA359-BEE9-061A-6975-226A61B411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3607A0C-CC0A-446A-5987-C15CF1EE06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D7C6E16-1FDC-60C4-33D2-06A4CBA69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E15C1-53B7-42E4-957E-957739BE9D2F}" type="datetimeFigureOut">
              <a:rPr lang="ko-KR" altLang="en-US" smtClean="0"/>
              <a:t>2026-05-14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1771AC3-6B1D-9348-2267-B90BDCA2D3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59CA575-9FE1-A073-88F6-7C68245C93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38AA2-ACD3-4EC3-845A-7CA10A1CAC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50523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A47A08-BE8C-BF6A-59C9-3DAE44E9A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AC1C6D8-C8C9-F0B7-62BA-C31246CAF5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CE17976-DA8B-3170-A5DF-D07A951A5F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E15C1-53B7-42E4-957E-957739BE9D2F}" type="datetimeFigureOut">
              <a:rPr lang="ko-KR" altLang="en-US" smtClean="0"/>
              <a:t>2026-05-14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6CAE341-A40A-787A-6849-0FF3CA8DC9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3972F07-46F6-7457-EB12-2AFF8C05D7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38AA2-ACD3-4EC3-845A-7CA10A1CAC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06220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3147D824-1D22-D2F8-1098-E2E9D4A4EC2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C577865-7B21-FE5F-CB2F-CEED8C5DB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2FEB593-93AE-087F-3C99-876CB44AF9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E15C1-53B7-42E4-957E-957739BE9D2F}" type="datetimeFigureOut">
              <a:rPr lang="ko-KR" altLang="en-US" smtClean="0"/>
              <a:t>2026-05-14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977FB8B-1734-0A12-CF92-DFDA032E14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4309873-F1FC-82AA-B239-BD19D56465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38AA2-ACD3-4EC3-845A-7CA10A1CAC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98201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EE2210C-ED81-F780-6FB9-346E995802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840499B-2FC9-58B7-EBBA-1EA4DEFAB1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A36F377-9AA9-2999-8E7B-C6290222C6B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lnSpc>
                <a:spcPct val="130000"/>
              </a:lnSpc>
              <a:defRPr sz="1200">
                <a:solidFill>
                  <a:srgbClr val="FCFCFC"/>
                </a:solidFill>
                <a:latin typeface="Aptos" panose="020B0004020202020204" pitchFamily="34" charset="0"/>
                <a:ea typeface="Noto Sans KR" panose="020B0200000000000000" pitchFamily="50" charset="-127"/>
              </a:defRPr>
            </a:lvl1pPr>
          </a:lstStyle>
          <a:p>
            <a:fld id="{258E15C1-53B7-42E4-957E-957739BE9D2F}" type="datetimeFigureOut">
              <a:rPr lang="ko-KR" altLang="en-US" smtClean="0"/>
              <a:pPr/>
              <a:t>2026-05-14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7AF3634-9AC7-EF02-FBB9-7C6A4FC721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lnSpc>
                <a:spcPct val="130000"/>
              </a:lnSpc>
              <a:defRPr sz="1200">
                <a:solidFill>
                  <a:srgbClr val="FCFCFC"/>
                </a:solidFill>
                <a:latin typeface="Aptos" panose="020B0004020202020204" pitchFamily="34" charset="0"/>
                <a:ea typeface="Noto Sans KR" panose="020B0200000000000000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4EED73C-8540-17FC-985A-994E5B0679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lnSpc>
                <a:spcPct val="130000"/>
              </a:lnSpc>
              <a:defRPr sz="1200">
                <a:solidFill>
                  <a:srgbClr val="FCFCFC"/>
                </a:solidFill>
                <a:latin typeface="Aptos" panose="020B0004020202020204" pitchFamily="34" charset="0"/>
                <a:ea typeface="Noto Sans KR" panose="020B0200000000000000" pitchFamily="50" charset="-127"/>
              </a:defRPr>
            </a:lvl1pPr>
          </a:lstStyle>
          <a:p>
            <a:fld id="{BF938AA2-ACD3-4EC3-845A-7CA10A1CAC1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96547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130000"/>
        </a:lnSpc>
        <a:spcBef>
          <a:spcPct val="0"/>
        </a:spcBef>
        <a:buNone/>
        <a:defRPr sz="4400" kern="1200">
          <a:solidFill>
            <a:srgbClr val="FCFCFC"/>
          </a:solidFill>
          <a:latin typeface="Aptos" panose="020B0004020202020204" pitchFamily="34" charset="0"/>
          <a:ea typeface="Noto Sans KR" panose="020B0200000000000000" pitchFamily="50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FCFCFC"/>
          </a:solidFill>
          <a:latin typeface="Aptos" panose="020B0004020202020204" pitchFamily="34" charset="0"/>
          <a:ea typeface="Noto Sans KR" panose="020B0200000000000000" pitchFamily="50" charset="-127"/>
          <a:cs typeface="+mn-cs"/>
        </a:defRPr>
      </a:lvl1pPr>
      <a:lvl2pPr marL="685800" indent="-228600" algn="l" defTabSz="914400" rtl="0" eaLnBrk="1" latinLnBrk="1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FCFCFC"/>
          </a:solidFill>
          <a:latin typeface="Aptos" panose="020B0004020202020204" pitchFamily="34" charset="0"/>
          <a:ea typeface="Noto Sans KR" panose="020B0200000000000000" pitchFamily="50" charset="-127"/>
          <a:cs typeface="+mn-cs"/>
        </a:defRPr>
      </a:lvl2pPr>
      <a:lvl3pPr marL="1143000" indent="-228600" algn="l" defTabSz="914400" rtl="0" eaLnBrk="1" latinLnBrk="1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FCFCFC"/>
          </a:solidFill>
          <a:latin typeface="Aptos" panose="020B0004020202020204" pitchFamily="34" charset="0"/>
          <a:ea typeface="Noto Sans KR" panose="020B0200000000000000" pitchFamily="50" charset="-127"/>
          <a:cs typeface="+mn-cs"/>
        </a:defRPr>
      </a:lvl3pPr>
      <a:lvl4pPr marL="1600200" indent="-228600" algn="l" defTabSz="914400" rtl="0" eaLnBrk="1" latinLnBrk="1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FCFCFC"/>
          </a:solidFill>
          <a:latin typeface="Aptos" panose="020B0004020202020204" pitchFamily="34" charset="0"/>
          <a:ea typeface="Noto Sans KR" panose="020B0200000000000000" pitchFamily="50" charset="-127"/>
          <a:cs typeface="+mn-cs"/>
        </a:defRPr>
      </a:lvl4pPr>
      <a:lvl5pPr marL="2057400" indent="-228600" algn="l" defTabSz="914400" rtl="0" eaLnBrk="1" latinLnBrk="1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FCFCFC"/>
          </a:solidFill>
          <a:latin typeface="Aptos" panose="020B0004020202020204" pitchFamily="34" charset="0"/>
          <a:ea typeface="Noto Sans KR" panose="020B0200000000000000" pitchFamily="50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7.png"/><Relationship Id="rId7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gif"/><Relationship Id="rId3" Type="http://schemas.openxmlformats.org/officeDocument/2006/relationships/image" Target="../media/image7.png"/><Relationship Id="rId7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5.png"/><Relationship Id="rId4" Type="http://schemas.openxmlformats.org/officeDocument/2006/relationships/image" Target="../media/image6.png"/><Relationship Id="rId9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8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7.png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11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7.png"/><Relationship Id="rId7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10.png"/><Relationship Id="rId5" Type="http://schemas.openxmlformats.org/officeDocument/2006/relationships/image" Target="../media/image3.png"/><Relationship Id="rId10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7.png"/><Relationship Id="rId7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7.png"/><Relationship Id="rId7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7.png"/><Relationship Id="rId7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0985E11B-FDB2-4F82-35FD-05E3E2D5BB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47205" y="97434"/>
            <a:ext cx="219106" cy="257211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88A6AF50-364F-D5A3-15ED-65EC1AC67D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4817" y="1623005"/>
            <a:ext cx="1122363" cy="1122363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9E886DBE-FA14-19A4-003F-F3221E9ED1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9" y="1242943"/>
            <a:ext cx="9144000" cy="2387600"/>
          </a:xfrm>
        </p:spPr>
        <p:txBody>
          <a:bodyPr>
            <a:normAutofit/>
          </a:bodyPr>
          <a:lstStyle/>
          <a:p>
            <a:r>
              <a:rPr lang="en-US" altLang="ko-KR" sz="3600"/>
              <a:t>Skeletal Mesh.</a:t>
            </a:r>
            <a:endParaRPr lang="ko-KR" altLang="en-US" sz="360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8CC1769-B916-D3A9-F195-2D58B8A032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413" y="97434"/>
            <a:ext cx="2909172" cy="273048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r>
              <a:rPr lang="en-US" altLang="ko-KR" sz="1200">
                <a:latin typeface="Aptos"/>
                <a:ea typeface="Noto Sans KR"/>
              </a:rPr>
              <a:t>team2-이상훈-김기훈-오준혁-강명호.ai</a:t>
            </a:r>
            <a:endParaRPr lang="en-US" altLang="ko-KR" sz="1200"/>
          </a:p>
        </p:txBody>
      </p:sp>
      <p:sp>
        <p:nvSpPr>
          <p:cNvPr id="19" name="순서도: 대체 처리 18">
            <a:extLst>
              <a:ext uri="{FF2B5EF4-FFF2-40B4-BE49-F238E27FC236}">
                <a16:creationId xmlns:a16="http://schemas.microsoft.com/office/drawing/2014/main" id="{8E196E5A-C282-850C-2FFB-8FE82EB34D22}"/>
              </a:ext>
            </a:extLst>
          </p:cNvPr>
          <p:cNvSpPr/>
          <p:nvPr/>
        </p:nvSpPr>
        <p:spPr>
          <a:xfrm>
            <a:off x="2490247" y="4175786"/>
            <a:ext cx="7211505" cy="367646"/>
          </a:xfrm>
          <a:prstGeom prst="flowChartAlternateProcess">
            <a:avLst/>
          </a:prstGeom>
          <a:solidFill>
            <a:srgbClr val="141414"/>
          </a:solidFill>
          <a:ln w="6350">
            <a:solidFill>
              <a:srgbClr val="7B7B7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b"/>
          <a:lstStyle/>
          <a:p>
            <a:pPr>
              <a:lnSpc>
                <a:spcPct val="130000"/>
              </a:lnSpc>
            </a:pPr>
            <a:r>
              <a:rPr lang="en-US" altLang="ko-KR" sz="1600" b="1">
                <a:solidFill>
                  <a:srgbClr val="FCFCFC"/>
                </a:solidFill>
                <a:latin typeface="Aptos"/>
                <a:ea typeface="맑은 고딕"/>
              </a:rPr>
              <a:t> +</a:t>
            </a:r>
            <a:r>
              <a:rPr lang="en-US" altLang="ko-KR" sz="1100" b="1">
                <a:solidFill>
                  <a:srgbClr val="454545"/>
                </a:solidFill>
                <a:latin typeface="Aptos"/>
                <a:ea typeface="맑은 고딕"/>
              </a:rPr>
              <a:t>    </a:t>
            </a:r>
            <a:r>
              <a:rPr lang="en-US" altLang="ko-KR" sz="1400">
                <a:solidFill>
                  <a:srgbClr val="7B7B7B"/>
                </a:solidFill>
                <a:latin typeface="Aptos"/>
                <a:ea typeface="맑은 고딕"/>
              </a:rPr>
              <a:t>Ask “What is skeletal mesh?”</a:t>
            </a:r>
            <a:endParaRPr lang="ko-KR" altLang="en-US" sz="1100">
              <a:solidFill>
                <a:srgbClr val="7B7B7B"/>
              </a:solidFill>
              <a:latin typeface="Aptos"/>
              <a:ea typeface="맑은 고딕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80B3D54-E2E1-BE00-38AE-AFC02D239022}"/>
              </a:ext>
            </a:extLst>
          </p:cNvPr>
          <p:cNvSpPr txBox="1"/>
          <p:nvPr/>
        </p:nvSpPr>
        <p:spPr>
          <a:xfrm>
            <a:off x="8636113" y="4213410"/>
            <a:ext cx="5619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>
                <a:solidFill>
                  <a:srgbClr val="FCFCFC"/>
                </a:solidFill>
                <a:latin typeface="Aptos" panose="020B0004020202020204" pitchFamily="34" charset="0"/>
              </a:rPr>
              <a:t>Pro</a:t>
            </a:r>
            <a:endParaRPr lang="ko-KR" altLang="en-US" sz="1200">
              <a:solidFill>
                <a:srgbClr val="FCFCFC"/>
              </a:solidFill>
              <a:latin typeface="Aptos" panose="020B0004020202020204" pitchFamily="34" charset="0"/>
            </a:endParaRPr>
          </a:p>
        </p:txBody>
      </p:sp>
      <p:pic>
        <p:nvPicPr>
          <p:cNvPr id="21" name="그림 20">
            <a:extLst>
              <a:ext uri="{FF2B5EF4-FFF2-40B4-BE49-F238E27FC236}">
                <a16:creationId xmlns:a16="http://schemas.microsoft.com/office/drawing/2014/main" id="{34999A81-70C6-1740-B387-2EEC500362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62966" y="4221105"/>
            <a:ext cx="224238" cy="261611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614AC7F8-1A25-6958-E800-970727B0C74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52562" y="4302483"/>
            <a:ext cx="123842" cy="133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6299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C9C8C0-A55D-200A-134A-36880D017C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187A8699-3658-BCC8-9B3D-AF4C05DD47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47205" y="97434"/>
            <a:ext cx="219106" cy="257211"/>
          </a:xfrm>
          <a:prstGeom prst="rect">
            <a:avLst/>
          </a:prstGeom>
        </p:spPr>
      </p:pic>
      <p:sp>
        <p:nvSpPr>
          <p:cNvPr id="15" name="순서도: 대체 처리 14">
            <a:extLst>
              <a:ext uri="{FF2B5EF4-FFF2-40B4-BE49-F238E27FC236}">
                <a16:creationId xmlns:a16="http://schemas.microsoft.com/office/drawing/2014/main" id="{1C7347A2-355D-F42D-3C32-64444D3B2413}"/>
              </a:ext>
            </a:extLst>
          </p:cNvPr>
          <p:cNvSpPr/>
          <p:nvPr/>
        </p:nvSpPr>
        <p:spPr>
          <a:xfrm>
            <a:off x="5486400" y="707709"/>
            <a:ext cx="4214654" cy="453892"/>
          </a:xfrm>
          <a:prstGeom prst="flowChartAlternateProcess">
            <a:avLst/>
          </a:prstGeom>
          <a:solidFill>
            <a:srgbClr val="2B2B2B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lnSpc>
                <a:spcPct val="130000"/>
              </a:lnSpc>
              <a:spcBef>
                <a:spcPct val="0"/>
              </a:spcBef>
            </a:pPr>
            <a:r>
              <a:rPr lang="en-US" altLang="ko-KR" sz="1400">
                <a:solidFill>
                  <a:srgbClr val="FCFCFC"/>
                </a:solidFill>
                <a:latin typeface="Aptos"/>
                <a:ea typeface="Noto Sans KR"/>
              </a:rPr>
              <a:t>Skeletal mesh</a:t>
            </a:r>
            <a:r>
              <a:rPr lang="ko-KR" altLang="en-US" sz="1400">
                <a:solidFill>
                  <a:srgbClr val="FCFCFC"/>
                </a:solidFill>
                <a:latin typeface="Aptos"/>
                <a:ea typeface="Noto Sans KR"/>
              </a:rPr>
              <a:t>에 대해 알려줘</a:t>
            </a:r>
            <a:r>
              <a:rPr lang="en-US" altLang="ko-KR" sz="1400">
                <a:solidFill>
                  <a:srgbClr val="FCFCFC"/>
                </a:solidFill>
                <a:latin typeface="Aptos"/>
                <a:ea typeface="Noto Sans KR"/>
              </a:rPr>
              <a:t>. </a:t>
            </a:r>
            <a:r>
              <a:rPr lang="ko-KR" altLang="en-US" sz="1400">
                <a:solidFill>
                  <a:srgbClr val="FCFCFC"/>
                </a:solidFill>
                <a:latin typeface="Aptos"/>
                <a:ea typeface="Noto Sans KR"/>
              </a:rPr>
              <a:t>우선 목차부터 보여줘</a:t>
            </a:r>
            <a:r>
              <a:rPr lang="en-US" altLang="ko-KR" sz="1400">
                <a:solidFill>
                  <a:srgbClr val="FCFCFC"/>
                </a:solidFill>
                <a:latin typeface="Aptos"/>
                <a:ea typeface="Noto Sans KR"/>
              </a:rPr>
              <a:t>.</a:t>
            </a:r>
            <a:endParaRPr lang="ko-KR" altLang="en-US" sz="1400">
              <a:solidFill>
                <a:srgbClr val="FCFCFC"/>
              </a:solidFill>
              <a:latin typeface="Aptos"/>
              <a:ea typeface="Noto Sans KR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949465F-8341-EA30-ACB9-72872CE7473E}"/>
              </a:ext>
            </a:extLst>
          </p:cNvPr>
          <p:cNvSpPr txBox="1"/>
          <p:nvPr/>
        </p:nvSpPr>
        <p:spPr>
          <a:xfrm>
            <a:off x="2490246" y="1756649"/>
            <a:ext cx="7211505" cy="20325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ko-KR" altLang="en-US" sz="1400">
                <a:solidFill>
                  <a:srgbClr val="FCFCFC"/>
                </a:solidFill>
                <a:latin typeface="Aptos" panose="020B0004020202020204" pitchFamily="34" charset="0"/>
                <a:ea typeface="Noto Sans KR" panose="020B0200000000000000" pitchFamily="50" charset="-127"/>
              </a:rPr>
              <a:t>네</a:t>
            </a:r>
            <a:r>
              <a:rPr lang="en-US" altLang="ko-KR" sz="1400">
                <a:solidFill>
                  <a:srgbClr val="FCFCFC"/>
                </a:solidFill>
                <a:latin typeface="Aptos" panose="020B0004020202020204" pitchFamily="34" charset="0"/>
                <a:ea typeface="Noto Sans KR" panose="020B0200000000000000" pitchFamily="50" charset="-127"/>
              </a:rPr>
              <a:t>, skeletal mesh</a:t>
            </a:r>
            <a:r>
              <a:rPr lang="ko-KR" altLang="en-US" sz="1400">
                <a:solidFill>
                  <a:srgbClr val="FCFCFC"/>
                </a:solidFill>
                <a:latin typeface="Aptos" panose="020B0004020202020204" pitchFamily="34" charset="0"/>
                <a:ea typeface="Noto Sans KR" panose="020B0200000000000000" pitchFamily="50" charset="-127"/>
              </a:rPr>
              <a:t>에 대해 설명하기 전에 학습 목차부터 보여드리겠습니다</a:t>
            </a:r>
            <a:r>
              <a:rPr lang="en-US" altLang="ko-KR" sz="1400">
                <a:solidFill>
                  <a:srgbClr val="FCFCFC"/>
                </a:solidFill>
                <a:latin typeface="Aptos" panose="020B0004020202020204" pitchFamily="34" charset="0"/>
                <a:ea typeface="Noto Sans KR" panose="020B0200000000000000" pitchFamily="50" charset="-127"/>
              </a:rPr>
              <a:t>.</a:t>
            </a:r>
          </a:p>
          <a:p>
            <a:pPr>
              <a:lnSpc>
                <a:spcPct val="130000"/>
              </a:lnSpc>
            </a:pPr>
            <a:endParaRPr lang="en-US" altLang="ko-KR" sz="1400">
              <a:solidFill>
                <a:srgbClr val="FCFCFC"/>
              </a:solidFill>
              <a:latin typeface="Aptos" panose="020B0004020202020204" pitchFamily="34" charset="0"/>
              <a:ea typeface="Noto Sans KR" panose="020B0200000000000000" pitchFamily="50" charset="-127"/>
            </a:endParaRPr>
          </a:p>
          <a:p>
            <a:pPr>
              <a:lnSpc>
                <a:spcPct val="130000"/>
              </a:lnSpc>
            </a:pPr>
            <a:r>
              <a:rPr lang="en-US" altLang="ko-KR" sz="1400" b="1">
                <a:solidFill>
                  <a:srgbClr val="FCFCFC"/>
                </a:solidFill>
                <a:latin typeface="Aptos" panose="020B0004020202020204" pitchFamily="34" charset="0"/>
                <a:ea typeface="Noto Sans KR" panose="020B0200000000000000" pitchFamily="50" charset="-127"/>
              </a:rPr>
              <a:t>Skeletal mesh </a:t>
            </a:r>
            <a:r>
              <a:rPr lang="ko-KR" altLang="en-US" sz="1400" b="1">
                <a:solidFill>
                  <a:srgbClr val="FCFCFC"/>
                </a:solidFill>
                <a:latin typeface="Aptos" panose="020B0004020202020204" pitchFamily="34" charset="0"/>
                <a:ea typeface="Noto Sans KR" panose="020B0200000000000000" pitchFamily="50" charset="-127"/>
              </a:rPr>
              <a:t>학습 목차</a:t>
            </a:r>
            <a:r>
              <a:rPr lang="en-US" altLang="ko-KR" sz="1400" b="1">
                <a:solidFill>
                  <a:srgbClr val="FCFCFC"/>
                </a:solidFill>
                <a:latin typeface="Aptos" panose="020B0004020202020204" pitchFamily="34" charset="0"/>
                <a:ea typeface="Noto Sans KR" panose="020B0200000000000000" pitchFamily="50" charset="-127"/>
              </a:rPr>
              <a:t>:</a:t>
            </a:r>
            <a:endParaRPr lang="en-US" altLang="ko-KR" sz="1400">
              <a:solidFill>
                <a:srgbClr val="FCFCFC"/>
              </a:solidFill>
              <a:latin typeface="Aptos" panose="020B0004020202020204" pitchFamily="34" charset="0"/>
              <a:ea typeface="Noto Sans KR" panose="020B0200000000000000" pitchFamily="50" charset="-127"/>
            </a:endParaRPr>
          </a:p>
          <a:p>
            <a:pPr marL="342900" indent="-342900">
              <a:lnSpc>
                <a:spcPct val="130000"/>
              </a:lnSpc>
              <a:buAutoNum type="arabicPeriod"/>
            </a:pPr>
            <a:r>
              <a:rPr lang="en-US" altLang="ko-KR" sz="1400">
                <a:solidFill>
                  <a:srgbClr val="FCFCFC"/>
                </a:solidFill>
                <a:latin typeface="Aptos" panose="020B0004020202020204" pitchFamily="34" charset="0"/>
                <a:ea typeface="Noto Sans KR" panose="020B0200000000000000" pitchFamily="50" charset="-127"/>
              </a:rPr>
              <a:t>USkeletalMeshComponent,</a:t>
            </a:r>
            <a:r>
              <a:rPr lang="ko-KR" altLang="en-US" sz="1400">
                <a:solidFill>
                  <a:srgbClr val="FCFCFC"/>
                </a:solidFill>
                <a:latin typeface="Aptos" panose="020B0004020202020204" pitchFamily="34" charset="0"/>
                <a:ea typeface="Noto Sans KR" panose="020B0200000000000000" pitchFamily="50" charset="-127"/>
              </a:rPr>
              <a:t> </a:t>
            </a:r>
            <a:r>
              <a:rPr lang="en-US" altLang="ko-KR" sz="1400">
                <a:solidFill>
                  <a:srgbClr val="FCFCFC"/>
                </a:solidFill>
                <a:latin typeface="Aptos" panose="020B0004020202020204" pitchFamily="34" charset="0"/>
                <a:ea typeface="Noto Sans KR" panose="020B0200000000000000" pitchFamily="50" charset="-127"/>
              </a:rPr>
              <a:t>USkinnedMeshComponent</a:t>
            </a:r>
          </a:p>
          <a:p>
            <a:pPr marL="342900" indent="-342900">
              <a:lnSpc>
                <a:spcPct val="130000"/>
              </a:lnSpc>
              <a:buAutoNum type="arabicPeriod"/>
            </a:pPr>
            <a:r>
              <a:rPr lang="en-US" altLang="ko-KR" sz="1400">
                <a:solidFill>
                  <a:srgbClr val="FCFCFC"/>
                </a:solidFill>
                <a:latin typeface="Aptos" panose="020B0004020202020204" pitchFamily="34" charset="0"/>
                <a:ea typeface="Noto Sans KR" panose="020B0200000000000000" pitchFamily="50" charset="-127"/>
              </a:rPr>
              <a:t>Skinning</a:t>
            </a:r>
            <a:r>
              <a:rPr lang="ko-KR" altLang="en-US" sz="1400">
                <a:solidFill>
                  <a:srgbClr val="FCFCFC"/>
                </a:solidFill>
                <a:latin typeface="Aptos" panose="020B0004020202020204" pitchFamily="34" charset="0"/>
                <a:ea typeface="Noto Sans KR" panose="020B0200000000000000" pitchFamily="50" charset="-127"/>
              </a:rPr>
              <a:t>의 수학적 원리</a:t>
            </a:r>
            <a:endParaRPr lang="en-US" altLang="ko-KR" sz="1400">
              <a:solidFill>
                <a:srgbClr val="FCFCFC"/>
              </a:solidFill>
              <a:latin typeface="Aptos" panose="020B0004020202020204" pitchFamily="34" charset="0"/>
              <a:ea typeface="Noto Sans KR" panose="020B0200000000000000" pitchFamily="50" charset="-127"/>
            </a:endParaRPr>
          </a:p>
          <a:p>
            <a:pPr marL="342900" indent="-342900">
              <a:lnSpc>
                <a:spcPct val="130000"/>
              </a:lnSpc>
              <a:buAutoNum type="arabicPeriod"/>
            </a:pPr>
            <a:r>
              <a:rPr lang="en-US" altLang="ko-KR" sz="1400">
                <a:solidFill>
                  <a:srgbClr val="FCFCFC"/>
                </a:solidFill>
                <a:latin typeface="Aptos" panose="020B0004020202020204" pitchFamily="34" charset="0"/>
                <a:ea typeface="Noto Sans KR" panose="020B0200000000000000" pitchFamily="50" charset="-127"/>
              </a:rPr>
              <a:t>FBX </a:t>
            </a:r>
            <a:r>
              <a:rPr lang="ko-KR" altLang="en-US" sz="1400">
                <a:solidFill>
                  <a:srgbClr val="FCFCFC"/>
                </a:solidFill>
                <a:latin typeface="Aptos" panose="020B0004020202020204" pitchFamily="34" charset="0"/>
                <a:ea typeface="Noto Sans KR" panose="020B0200000000000000" pitchFamily="50" charset="-127"/>
              </a:rPr>
              <a:t>임포트 파이프라인 </a:t>
            </a:r>
            <a:r>
              <a:rPr lang="en-US" altLang="ko-KR" sz="1400">
                <a:solidFill>
                  <a:srgbClr val="FCFCFC"/>
                </a:solidFill>
                <a:latin typeface="Aptos" panose="020B0004020202020204" pitchFamily="34" charset="0"/>
                <a:ea typeface="Noto Sans KR" panose="020B0200000000000000" pitchFamily="50" charset="-127"/>
              </a:rPr>
              <a:t>(FBX SDK, FbxLoader)</a:t>
            </a:r>
          </a:p>
          <a:p>
            <a:pPr marL="342900" indent="-342900">
              <a:lnSpc>
                <a:spcPct val="130000"/>
              </a:lnSpc>
              <a:buAutoNum type="arabicPeriod"/>
            </a:pPr>
            <a:r>
              <a:rPr lang="en-US" altLang="ko-KR" sz="1400">
                <a:solidFill>
                  <a:srgbClr val="FCFCFC"/>
                </a:solidFill>
                <a:latin typeface="Aptos" panose="020B0004020202020204" pitchFamily="34" charset="0"/>
                <a:ea typeface="Noto Sans KR" panose="020B0200000000000000" pitchFamily="50" charset="-127"/>
              </a:rPr>
              <a:t>Skeletal Mesh Viewer</a:t>
            </a:r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B829981E-BCC4-FD94-5ECB-E93DABCAB8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0246" y="4155957"/>
            <a:ext cx="2167479" cy="334863"/>
          </a:xfrm>
          <a:prstGeom prst="rect">
            <a:avLst/>
          </a:prstGeom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55706BDD-E994-F541-7A11-EB821760C1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90246" y="1346067"/>
            <a:ext cx="342948" cy="323895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97AE788E-C8A1-5381-634C-630D73FA9479}"/>
              </a:ext>
            </a:extLst>
          </p:cNvPr>
          <p:cNvSpPr txBox="1"/>
          <p:nvPr/>
        </p:nvSpPr>
        <p:spPr>
          <a:xfrm>
            <a:off x="2737944" y="1382211"/>
            <a:ext cx="2295525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ctr">
            <a:spAutoFit/>
          </a:bodyPr>
          <a:lstStyle/>
          <a:p>
            <a:r>
              <a:rPr lang="en-US" altLang="ko-KR" sz="1400">
                <a:solidFill>
                  <a:srgbClr val="9E9E9E"/>
                </a:solidFill>
                <a:latin typeface="Aptos"/>
                <a:ea typeface="Noto Sans KR"/>
              </a:rPr>
              <a:t>5s </a:t>
            </a:r>
            <a:r>
              <a:rPr lang="ko-KR" altLang="en-US" sz="1400">
                <a:solidFill>
                  <a:srgbClr val="9E9E9E"/>
                </a:solidFill>
                <a:latin typeface="Aptos"/>
                <a:ea typeface="Noto Sans KR"/>
              </a:rPr>
              <a:t>동안 생각함</a:t>
            </a:r>
          </a:p>
        </p:txBody>
      </p:sp>
      <p:pic>
        <p:nvPicPr>
          <p:cNvPr id="7" name="그림 4">
            <a:extLst>
              <a:ext uri="{FF2B5EF4-FFF2-40B4-BE49-F238E27FC236}">
                <a16:creationId xmlns:a16="http://schemas.microsoft.com/office/drawing/2014/main" id="{000E8724-2F7E-0D0C-AE46-4ED821DC3AB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690" y="97435"/>
            <a:ext cx="609576" cy="609576"/>
          </a:xfrm>
          <a:prstGeom prst="rect">
            <a:avLst/>
          </a:prstGeom>
        </p:spPr>
      </p:pic>
      <p:sp>
        <p:nvSpPr>
          <p:cNvPr id="28" name="순서도: 대체 처리 27">
            <a:extLst>
              <a:ext uri="{FF2B5EF4-FFF2-40B4-BE49-F238E27FC236}">
                <a16:creationId xmlns:a16="http://schemas.microsoft.com/office/drawing/2014/main" id="{667525B7-10BD-CCCB-18CF-0D118B2D01DC}"/>
              </a:ext>
            </a:extLst>
          </p:cNvPr>
          <p:cNvSpPr/>
          <p:nvPr/>
        </p:nvSpPr>
        <p:spPr>
          <a:xfrm>
            <a:off x="2490247" y="6268537"/>
            <a:ext cx="7211505" cy="367646"/>
          </a:xfrm>
          <a:prstGeom prst="flowChartAlternateProcess">
            <a:avLst/>
          </a:prstGeom>
          <a:solidFill>
            <a:srgbClr val="141414"/>
          </a:solidFill>
          <a:ln w="6350">
            <a:solidFill>
              <a:srgbClr val="7B7B7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b"/>
          <a:lstStyle/>
          <a:p>
            <a:pPr>
              <a:lnSpc>
                <a:spcPct val="130000"/>
              </a:lnSpc>
            </a:pPr>
            <a:r>
              <a:rPr lang="en-US" altLang="ko-KR" sz="1600" b="1">
                <a:solidFill>
                  <a:srgbClr val="FCFCFC"/>
                </a:solidFill>
                <a:latin typeface="Aptos"/>
                <a:ea typeface="맑은 고딕"/>
              </a:rPr>
              <a:t> +</a:t>
            </a:r>
            <a:r>
              <a:rPr lang="en-US" altLang="ko-KR" sz="1100" b="1">
                <a:solidFill>
                  <a:srgbClr val="454545"/>
                </a:solidFill>
                <a:latin typeface="Aptos"/>
                <a:ea typeface="맑은 고딕"/>
              </a:rPr>
              <a:t>    </a:t>
            </a:r>
            <a:r>
              <a:rPr lang="en-US" altLang="ko-KR" sz="1400">
                <a:solidFill>
                  <a:srgbClr val="7B7B7B"/>
                </a:solidFill>
                <a:latin typeface="Aptos"/>
                <a:ea typeface="맑은 고딕"/>
              </a:rPr>
              <a:t>Ask “What is skeletal mesh?”</a:t>
            </a:r>
            <a:endParaRPr lang="ko-KR" altLang="en-US" sz="1100">
              <a:solidFill>
                <a:srgbClr val="7B7B7B"/>
              </a:solidFill>
              <a:latin typeface="Aptos"/>
              <a:ea typeface="맑은 고딕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0E17B4E-41D9-1553-7CFA-102B3BF0D4E1}"/>
              </a:ext>
            </a:extLst>
          </p:cNvPr>
          <p:cNvSpPr txBox="1"/>
          <p:nvPr/>
        </p:nvSpPr>
        <p:spPr>
          <a:xfrm>
            <a:off x="8636113" y="6306161"/>
            <a:ext cx="5619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>
                <a:solidFill>
                  <a:srgbClr val="FCFCFC"/>
                </a:solidFill>
                <a:latin typeface="Aptos" panose="020B0004020202020204" pitchFamily="34" charset="0"/>
              </a:rPr>
              <a:t>Fast</a:t>
            </a:r>
            <a:endParaRPr lang="ko-KR" altLang="en-US" sz="1200">
              <a:solidFill>
                <a:srgbClr val="FCFCFC"/>
              </a:solidFill>
              <a:latin typeface="Aptos" panose="020B0004020202020204" pitchFamily="34" charset="0"/>
            </a:endParaRPr>
          </a:p>
        </p:txBody>
      </p:sp>
      <p:pic>
        <p:nvPicPr>
          <p:cNvPr id="30" name="그림 29">
            <a:extLst>
              <a:ext uri="{FF2B5EF4-FFF2-40B4-BE49-F238E27FC236}">
                <a16:creationId xmlns:a16="http://schemas.microsoft.com/office/drawing/2014/main" id="{1A472908-5E19-A0D0-D3FF-816F1CC7443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62966" y="6313856"/>
            <a:ext cx="224238" cy="261611"/>
          </a:xfrm>
          <a:prstGeom prst="rect">
            <a:avLst/>
          </a:prstGeom>
        </p:spPr>
      </p:pic>
      <p:pic>
        <p:nvPicPr>
          <p:cNvPr id="31" name="그림 30">
            <a:extLst>
              <a:ext uri="{FF2B5EF4-FFF2-40B4-BE49-F238E27FC236}">
                <a16:creationId xmlns:a16="http://schemas.microsoft.com/office/drawing/2014/main" id="{3631878D-3F95-578D-AB6E-64F1A3FB190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52562" y="6395234"/>
            <a:ext cx="123842" cy="133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96039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B509DD-18F4-6982-0DFC-3D3A23A058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7B1104E6-C3F9-27CA-4D14-ED2CEF5AF3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47205" y="97434"/>
            <a:ext cx="219106" cy="257211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635F5923-ADAC-183A-C41C-77B4BC0B27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690" y="97435"/>
            <a:ext cx="609576" cy="609576"/>
          </a:xfrm>
          <a:prstGeom prst="rect">
            <a:avLst/>
          </a:prstGeom>
        </p:spPr>
      </p:pic>
      <p:sp>
        <p:nvSpPr>
          <p:cNvPr id="15" name="순서도: 대체 처리 14">
            <a:extLst>
              <a:ext uri="{FF2B5EF4-FFF2-40B4-BE49-F238E27FC236}">
                <a16:creationId xmlns:a16="http://schemas.microsoft.com/office/drawing/2014/main" id="{69543195-2520-FA07-D86E-3EA3B7C1146D}"/>
              </a:ext>
            </a:extLst>
          </p:cNvPr>
          <p:cNvSpPr/>
          <p:nvPr/>
        </p:nvSpPr>
        <p:spPr>
          <a:xfrm>
            <a:off x="3848431" y="707011"/>
            <a:ext cx="5853321" cy="454590"/>
          </a:xfrm>
          <a:prstGeom prst="flowChartAlternateProcess">
            <a:avLst/>
          </a:prstGeom>
          <a:solidFill>
            <a:srgbClr val="2B2B2B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lnSpc>
                <a:spcPct val="130000"/>
              </a:lnSpc>
            </a:pPr>
            <a:r>
              <a:rPr lang="en-US" altLang="ko-KR" sz="1400">
                <a:solidFill>
                  <a:srgbClr val="FCFCFC"/>
                </a:solidFill>
                <a:latin typeface="Aptos" panose="020B0004020202020204" pitchFamily="34" charset="0"/>
                <a:ea typeface="Noto Sans KR" panose="020B0200000000000000" pitchFamily="50" charset="-127"/>
              </a:rPr>
              <a:t>USkeletalMeshComponent,</a:t>
            </a:r>
            <a:r>
              <a:rPr lang="ko-KR" altLang="en-US" sz="1400">
                <a:solidFill>
                  <a:srgbClr val="FCFCFC"/>
                </a:solidFill>
                <a:latin typeface="Aptos" panose="020B0004020202020204" pitchFamily="34" charset="0"/>
                <a:ea typeface="Noto Sans KR" panose="020B0200000000000000" pitchFamily="50" charset="-127"/>
              </a:rPr>
              <a:t> </a:t>
            </a:r>
            <a:r>
              <a:rPr lang="en-US" altLang="ko-KR" sz="1400">
                <a:solidFill>
                  <a:srgbClr val="FCFCFC"/>
                </a:solidFill>
                <a:latin typeface="Aptos" panose="020B0004020202020204" pitchFamily="34" charset="0"/>
                <a:ea typeface="Noto Sans KR" panose="020B0200000000000000" pitchFamily="50" charset="-127"/>
              </a:rPr>
              <a:t>USkinnedMeshComponent</a:t>
            </a:r>
            <a:r>
              <a:rPr lang="ko-KR" altLang="en-US" sz="1400">
                <a:solidFill>
                  <a:srgbClr val="FCFCFC"/>
                </a:solidFill>
                <a:latin typeface="Aptos" panose="020B0004020202020204" pitchFamily="34" charset="0"/>
                <a:ea typeface="Noto Sans KR" panose="020B0200000000000000" pitchFamily="50" charset="-127"/>
              </a:rPr>
              <a:t>에 대해 알려줘</a:t>
            </a:r>
            <a:r>
              <a:rPr lang="en-US" altLang="ko-KR" sz="1400">
                <a:solidFill>
                  <a:srgbClr val="FCFCFC"/>
                </a:solidFill>
                <a:latin typeface="Aptos" panose="020B0004020202020204" pitchFamily="34" charset="0"/>
                <a:ea typeface="Noto Sans KR" panose="020B0200000000000000" pitchFamily="50" charset="-127"/>
              </a:rPr>
              <a:t>.</a:t>
            </a:r>
            <a:endParaRPr lang="ko-KR" altLang="en-US" sz="1400">
              <a:solidFill>
                <a:srgbClr val="FCFCFC"/>
              </a:solidFill>
              <a:latin typeface="Aptos" panose="020B0004020202020204" pitchFamily="34" charset="0"/>
              <a:ea typeface="Noto Sans KR" panose="020B0200000000000000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96D9378-29B3-0CC2-2806-3BBFEDEC5272}"/>
              </a:ext>
            </a:extLst>
          </p:cNvPr>
          <p:cNvSpPr txBox="1"/>
          <p:nvPr/>
        </p:nvSpPr>
        <p:spPr>
          <a:xfrm>
            <a:off x="2490246" y="1756649"/>
            <a:ext cx="7211505" cy="14723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400">
                <a:solidFill>
                  <a:srgbClr val="FCFCFC"/>
                </a:solidFill>
                <a:latin typeface="Aptos" panose="020B0004020202020204" pitchFamily="34" charset="0"/>
                <a:ea typeface="Noto Sans KR" panose="020B0200000000000000" pitchFamily="50" charset="-127"/>
              </a:rPr>
              <a:t>USkinnedMeshComponent</a:t>
            </a:r>
            <a:r>
              <a:rPr lang="ko-KR" altLang="en-US" sz="1400">
                <a:solidFill>
                  <a:srgbClr val="FCFCFC"/>
                </a:solidFill>
                <a:latin typeface="Aptos" panose="020B0004020202020204" pitchFamily="34" charset="0"/>
                <a:ea typeface="Noto Sans KR" panose="020B0200000000000000" pitchFamily="50" charset="-127"/>
              </a:rPr>
              <a:t>는 </a:t>
            </a:r>
            <a:r>
              <a:rPr lang="en-US" altLang="ko-KR" sz="1400">
                <a:solidFill>
                  <a:srgbClr val="FCFCFC"/>
                </a:solidFill>
                <a:latin typeface="Aptos" panose="020B0004020202020204" pitchFamily="34" charset="0"/>
                <a:ea typeface="Noto Sans KR" panose="020B0200000000000000" pitchFamily="50" charset="-127"/>
              </a:rPr>
              <a:t>Bone</a:t>
            </a:r>
            <a:r>
              <a:rPr lang="ko-KR" altLang="en-US" sz="1400">
                <a:solidFill>
                  <a:srgbClr val="FCFCFC"/>
                </a:solidFill>
                <a:latin typeface="Aptos" panose="020B0004020202020204" pitchFamily="34" charset="0"/>
                <a:ea typeface="Noto Sans KR" panose="020B0200000000000000" pitchFamily="50" charset="-127"/>
              </a:rPr>
              <a:t>에 의해 변형될 수 있는 </a:t>
            </a:r>
            <a:r>
              <a:rPr lang="en-US" altLang="ko-KR" sz="1400">
                <a:solidFill>
                  <a:srgbClr val="FCFCFC"/>
                </a:solidFill>
                <a:latin typeface="Aptos" panose="020B0004020202020204" pitchFamily="34" charset="0"/>
                <a:ea typeface="Noto Sans KR" panose="020B0200000000000000" pitchFamily="50" charset="-127"/>
              </a:rPr>
              <a:t>Mesh Component </a:t>
            </a:r>
            <a:r>
              <a:rPr lang="ko-KR" altLang="en-US" sz="1400">
                <a:solidFill>
                  <a:srgbClr val="FCFCFC"/>
                </a:solidFill>
                <a:latin typeface="Aptos" panose="020B0004020202020204" pitchFamily="34" charset="0"/>
                <a:ea typeface="Noto Sans KR" panose="020B0200000000000000" pitchFamily="50" charset="-127"/>
              </a:rPr>
              <a:t>기반 </a:t>
            </a:r>
            <a:endParaRPr lang="en-US" altLang="ko-KR" sz="1400">
              <a:solidFill>
                <a:srgbClr val="FCFCFC"/>
              </a:solidFill>
              <a:latin typeface="Aptos" panose="020B0004020202020204" pitchFamily="34" charset="0"/>
              <a:ea typeface="Noto Sans KR" panose="020B0200000000000000" pitchFamily="50" charset="-127"/>
            </a:endParaRPr>
          </a:p>
          <a:p>
            <a:pPr>
              <a:lnSpc>
                <a:spcPct val="130000"/>
              </a:lnSpc>
            </a:pPr>
            <a:r>
              <a:rPr lang="ko-KR" altLang="en-US" sz="1400">
                <a:solidFill>
                  <a:srgbClr val="FCFCFC"/>
                </a:solidFill>
                <a:latin typeface="Aptos" panose="020B0004020202020204" pitchFamily="34" charset="0"/>
                <a:ea typeface="Noto Sans KR" panose="020B0200000000000000" pitchFamily="50" charset="-127"/>
              </a:rPr>
              <a:t>클래스입니다</a:t>
            </a:r>
            <a:r>
              <a:rPr lang="en-US" altLang="ko-KR" sz="1400">
                <a:solidFill>
                  <a:srgbClr val="FCFCFC"/>
                </a:solidFill>
                <a:latin typeface="Aptos" panose="020B0004020202020204" pitchFamily="34" charset="0"/>
                <a:ea typeface="Noto Sans KR" panose="020B0200000000000000" pitchFamily="50" charset="-127"/>
              </a:rPr>
              <a:t>. USkeletalMeshComponent</a:t>
            </a:r>
            <a:r>
              <a:rPr lang="ko-KR" altLang="en-US" sz="1400">
                <a:solidFill>
                  <a:srgbClr val="FCFCFC"/>
                </a:solidFill>
                <a:latin typeface="Aptos" panose="020B0004020202020204" pitchFamily="34" charset="0"/>
                <a:ea typeface="Noto Sans KR" panose="020B0200000000000000" pitchFamily="50" charset="-127"/>
              </a:rPr>
              <a:t>는 이 클래스를 상속받아</a:t>
            </a:r>
            <a:r>
              <a:rPr lang="en-US" altLang="ko-KR" sz="1400">
                <a:solidFill>
                  <a:srgbClr val="FCFCFC"/>
                </a:solidFill>
                <a:latin typeface="Aptos" panose="020B0004020202020204" pitchFamily="34" charset="0"/>
                <a:ea typeface="Noto Sans KR" panose="020B0200000000000000" pitchFamily="50" charset="-127"/>
              </a:rPr>
              <a:t>, </a:t>
            </a:r>
            <a:r>
              <a:rPr lang="ko-KR" altLang="en-US" sz="1400">
                <a:solidFill>
                  <a:srgbClr val="FCFCFC"/>
                </a:solidFill>
                <a:latin typeface="Aptos" panose="020B0004020202020204" pitchFamily="34" charset="0"/>
                <a:ea typeface="Noto Sans KR" panose="020B0200000000000000" pitchFamily="50" charset="-127"/>
              </a:rPr>
              <a:t>실제 </a:t>
            </a:r>
            <a:r>
              <a:rPr lang="en-US" altLang="ko-KR" sz="1400">
                <a:solidFill>
                  <a:srgbClr val="FCFCFC"/>
                </a:solidFill>
                <a:latin typeface="Aptos" panose="020B0004020202020204" pitchFamily="34" charset="0"/>
                <a:ea typeface="Noto Sans KR" panose="020B0200000000000000" pitchFamily="50" charset="-127"/>
              </a:rPr>
              <a:t>Skeletal Mesh Animation</a:t>
            </a:r>
            <a:r>
              <a:rPr lang="ko-KR" altLang="en-US" sz="1400">
                <a:solidFill>
                  <a:srgbClr val="FCFCFC"/>
                </a:solidFill>
                <a:latin typeface="Aptos" panose="020B0004020202020204" pitchFamily="34" charset="0"/>
                <a:ea typeface="Noto Sans KR" panose="020B0200000000000000" pitchFamily="50" charset="-127"/>
              </a:rPr>
              <a:t>을 재생하고 관리하는 </a:t>
            </a:r>
            <a:r>
              <a:rPr lang="en-US" altLang="ko-KR" sz="1400">
                <a:solidFill>
                  <a:srgbClr val="FCFCFC"/>
                </a:solidFill>
                <a:latin typeface="Aptos" panose="020B0004020202020204" pitchFamily="34" charset="0"/>
                <a:ea typeface="Noto Sans KR" panose="020B0200000000000000" pitchFamily="50" charset="-127"/>
              </a:rPr>
              <a:t>Component</a:t>
            </a:r>
            <a:r>
              <a:rPr lang="ko-KR" altLang="en-US" sz="1400">
                <a:solidFill>
                  <a:srgbClr val="FCFCFC"/>
                </a:solidFill>
                <a:latin typeface="Aptos" panose="020B0004020202020204" pitchFamily="34" charset="0"/>
                <a:ea typeface="Noto Sans KR" panose="020B0200000000000000" pitchFamily="50" charset="-127"/>
              </a:rPr>
              <a:t>입니다</a:t>
            </a:r>
            <a:r>
              <a:rPr lang="en-US" altLang="ko-KR" sz="1400">
                <a:solidFill>
                  <a:srgbClr val="FCFCFC"/>
                </a:solidFill>
                <a:latin typeface="Aptos" panose="020B0004020202020204" pitchFamily="34" charset="0"/>
                <a:ea typeface="Noto Sans KR" panose="020B0200000000000000" pitchFamily="50" charset="-127"/>
              </a:rPr>
              <a:t>.</a:t>
            </a:r>
          </a:p>
          <a:p>
            <a:pPr>
              <a:lnSpc>
                <a:spcPct val="130000"/>
              </a:lnSpc>
            </a:pPr>
            <a:endParaRPr lang="en-US" altLang="ko-KR" sz="1400">
              <a:solidFill>
                <a:srgbClr val="FCFCFC"/>
              </a:solidFill>
              <a:latin typeface="Aptos" panose="020B0004020202020204" pitchFamily="34" charset="0"/>
              <a:ea typeface="Noto Sans KR" panose="020B0200000000000000" pitchFamily="50" charset="-127"/>
            </a:endParaRPr>
          </a:p>
          <a:p>
            <a:pPr>
              <a:lnSpc>
                <a:spcPct val="130000"/>
              </a:lnSpc>
            </a:pPr>
            <a:r>
              <a:rPr lang="ko-KR" altLang="en-US" sz="1400">
                <a:solidFill>
                  <a:srgbClr val="FCFCFC"/>
                </a:solidFill>
                <a:latin typeface="Aptos" panose="020B0004020202020204" pitchFamily="34" charset="0"/>
                <a:ea typeface="Noto Sans KR" panose="020B0200000000000000" pitchFamily="50" charset="-127"/>
              </a:rPr>
              <a:t>정리하면 다음과 같습니다</a:t>
            </a:r>
            <a:r>
              <a:rPr lang="en-US" altLang="ko-KR" sz="1400">
                <a:solidFill>
                  <a:srgbClr val="FCFCFC"/>
                </a:solidFill>
                <a:latin typeface="Aptos" panose="020B0004020202020204" pitchFamily="34" charset="0"/>
                <a:ea typeface="Noto Sans KR" panose="020B0200000000000000" pitchFamily="50" charset="-127"/>
              </a:rPr>
              <a:t>.</a:t>
            </a:r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906225F7-E38E-98E5-4E94-BD4A57B4BD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90246" y="5223230"/>
            <a:ext cx="2167479" cy="334863"/>
          </a:xfrm>
          <a:prstGeom prst="rect">
            <a:avLst/>
          </a:prstGeom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16A47419-7D72-7E64-E25C-384468BFE60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90246" y="1346067"/>
            <a:ext cx="342948" cy="323895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D97DB3B2-FB34-1A7B-59FB-DD021BC5AA9C}"/>
              </a:ext>
            </a:extLst>
          </p:cNvPr>
          <p:cNvSpPr txBox="1"/>
          <p:nvPr/>
        </p:nvSpPr>
        <p:spPr>
          <a:xfrm>
            <a:off x="2737944" y="1382333"/>
            <a:ext cx="22955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>
                <a:solidFill>
                  <a:srgbClr val="9E9E9E"/>
                </a:solidFill>
                <a:latin typeface="Aptos" panose="020B0004020202020204" pitchFamily="34" charset="0"/>
                <a:ea typeface="Noto Sans KR" panose="020B0200000000000000" pitchFamily="50" charset="-127"/>
              </a:rPr>
              <a:t>5s </a:t>
            </a:r>
            <a:r>
              <a:rPr lang="ko-KR" altLang="en-US" sz="1400">
                <a:solidFill>
                  <a:srgbClr val="9E9E9E"/>
                </a:solidFill>
                <a:latin typeface="Aptos" panose="020B0004020202020204" pitchFamily="34" charset="0"/>
                <a:ea typeface="Noto Sans KR" panose="020B0200000000000000" pitchFamily="50" charset="-127"/>
              </a:rPr>
              <a:t>동안 생각함</a:t>
            </a:r>
          </a:p>
        </p:txBody>
      </p:sp>
      <p:sp>
        <p:nvSpPr>
          <p:cNvPr id="17" name="순서도: 대체 처리 16">
            <a:extLst>
              <a:ext uri="{FF2B5EF4-FFF2-40B4-BE49-F238E27FC236}">
                <a16:creationId xmlns:a16="http://schemas.microsoft.com/office/drawing/2014/main" id="{7747E586-1A1B-0F46-B5A2-05289C57136D}"/>
              </a:ext>
            </a:extLst>
          </p:cNvPr>
          <p:cNvSpPr/>
          <p:nvPr/>
        </p:nvSpPr>
        <p:spPr>
          <a:xfrm>
            <a:off x="2490247" y="6268537"/>
            <a:ext cx="7211505" cy="367646"/>
          </a:xfrm>
          <a:prstGeom prst="flowChartAlternateProcess">
            <a:avLst/>
          </a:prstGeom>
          <a:solidFill>
            <a:srgbClr val="141414"/>
          </a:solidFill>
          <a:ln w="6350">
            <a:solidFill>
              <a:srgbClr val="7B7B7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b"/>
          <a:lstStyle/>
          <a:p>
            <a:pPr>
              <a:lnSpc>
                <a:spcPct val="130000"/>
              </a:lnSpc>
            </a:pPr>
            <a:r>
              <a:rPr lang="en-US" altLang="ko-KR" sz="1600" b="1">
                <a:solidFill>
                  <a:srgbClr val="FCFCFC"/>
                </a:solidFill>
                <a:latin typeface="Aptos"/>
                <a:ea typeface="맑은 고딕"/>
              </a:rPr>
              <a:t> +</a:t>
            </a:r>
            <a:r>
              <a:rPr lang="en-US" altLang="ko-KR" sz="1100" b="1">
                <a:solidFill>
                  <a:srgbClr val="454545"/>
                </a:solidFill>
                <a:latin typeface="Aptos"/>
                <a:ea typeface="맑은 고딕"/>
              </a:rPr>
              <a:t>    </a:t>
            </a:r>
            <a:r>
              <a:rPr lang="en-US" altLang="ko-KR" sz="1400">
                <a:solidFill>
                  <a:srgbClr val="7B7B7B"/>
                </a:solidFill>
                <a:latin typeface="Aptos"/>
                <a:ea typeface="맑은 고딕"/>
              </a:rPr>
              <a:t>Ask “What is skeletal mesh?”</a:t>
            </a:r>
            <a:endParaRPr lang="ko-KR" altLang="en-US" sz="1100">
              <a:solidFill>
                <a:srgbClr val="7B7B7B"/>
              </a:solidFill>
              <a:latin typeface="Aptos"/>
              <a:ea typeface="맑은 고딕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C893BDC-EBBC-6EDF-E8C6-121A9BA32241}"/>
              </a:ext>
            </a:extLst>
          </p:cNvPr>
          <p:cNvSpPr txBox="1"/>
          <p:nvPr/>
        </p:nvSpPr>
        <p:spPr>
          <a:xfrm>
            <a:off x="8636113" y="6306161"/>
            <a:ext cx="5619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>
                <a:solidFill>
                  <a:srgbClr val="FCFCFC"/>
                </a:solidFill>
                <a:latin typeface="Aptos" panose="020B0004020202020204" pitchFamily="34" charset="0"/>
              </a:rPr>
              <a:t>Fast</a:t>
            </a:r>
            <a:endParaRPr lang="ko-KR" altLang="en-US" sz="1200">
              <a:solidFill>
                <a:srgbClr val="FCFCFC"/>
              </a:solidFill>
              <a:latin typeface="Aptos" panose="020B0004020202020204" pitchFamily="34" charset="0"/>
            </a:endParaRP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D19E7B72-8BAC-DA66-E90D-060087568FA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62966" y="6313856"/>
            <a:ext cx="224238" cy="261611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CAA838B5-1472-9557-960B-776C5D430B7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52562" y="6395234"/>
            <a:ext cx="123842" cy="133369"/>
          </a:xfrm>
          <a:prstGeom prst="rect">
            <a:avLst/>
          </a:prstGeom>
        </p:spPr>
      </p:pic>
      <p:sp>
        <p:nvSpPr>
          <p:cNvPr id="21" name="순서도: 대체 처리 22">
            <a:extLst>
              <a:ext uri="{FF2B5EF4-FFF2-40B4-BE49-F238E27FC236}">
                <a16:creationId xmlns:a16="http://schemas.microsoft.com/office/drawing/2014/main" id="{141BF6FD-1EEB-653A-DCB6-A790A876A05C}"/>
              </a:ext>
            </a:extLst>
          </p:cNvPr>
          <p:cNvSpPr/>
          <p:nvPr/>
        </p:nvSpPr>
        <p:spPr>
          <a:xfrm>
            <a:off x="2490246" y="3315727"/>
            <a:ext cx="7211505" cy="1820816"/>
          </a:xfrm>
          <a:prstGeom prst="flowChartAlternateProcess">
            <a:avLst/>
          </a:prstGeom>
          <a:solidFill>
            <a:srgbClr val="181818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>
              <a:lnSpc>
                <a:spcPct val="130000"/>
              </a:lnSpc>
            </a:pPr>
            <a:r>
              <a:rPr lang="en-US" sz="1100">
                <a:solidFill>
                  <a:srgbClr val="FCFCFC"/>
                </a:solidFill>
                <a:latin typeface="Consolas" panose="020B0609020204030204" pitchFamily="49" charset="0"/>
                <a:ea typeface="+mn-lt"/>
                <a:cs typeface="+mn-lt"/>
              </a:rPr>
              <a:t>USkinnedMeshComponent: Bone, Socket, Skin Weight, Skeletal Mesh </a:t>
            </a:r>
            <a:r>
              <a:rPr lang="ko-KR" altLang="en-US" sz="1100">
                <a:solidFill>
                  <a:srgbClr val="FCFCFC"/>
                </a:solidFill>
                <a:latin typeface="Consolas" panose="020B0609020204030204" pitchFamily="49" charset="0"/>
                <a:ea typeface="+mn-lt"/>
                <a:cs typeface="+mn-lt"/>
              </a:rPr>
              <a:t>렌더링에 필요한 기본 기능을 제공합니다</a:t>
            </a:r>
            <a:r>
              <a:rPr lang="en-US" altLang="ko-KR" sz="1100">
                <a:solidFill>
                  <a:srgbClr val="FCFCFC"/>
                </a:solidFill>
                <a:latin typeface="Consolas" panose="020B0609020204030204" pitchFamily="49" charset="0"/>
                <a:ea typeface="+mn-lt"/>
                <a:cs typeface="+mn-lt"/>
              </a:rPr>
              <a:t>.</a:t>
            </a:r>
          </a:p>
          <a:p>
            <a:pPr>
              <a:lnSpc>
                <a:spcPct val="130000"/>
              </a:lnSpc>
            </a:pPr>
            <a:endParaRPr lang="en-US" sz="1100">
              <a:solidFill>
                <a:srgbClr val="FCFCFC"/>
              </a:solidFill>
              <a:latin typeface="Consolas" panose="020B0609020204030204" pitchFamily="49" charset="0"/>
              <a:ea typeface="+mn-lt"/>
              <a:cs typeface="+mn-lt"/>
            </a:endParaRPr>
          </a:p>
          <a:p>
            <a:pPr>
              <a:lnSpc>
                <a:spcPct val="130000"/>
              </a:lnSpc>
            </a:pPr>
            <a:r>
              <a:rPr lang="en-US" sz="1100">
                <a:solidFill>
                  <a:srgbClr val="FCFCFC"/>
                </a:solidFill>
                <a:latin typeface="Consolas" panose="020B0609020204030204" pitchFamily="49" charset="0"/>
                <a:ea typeface="+mn-lt"/>
                <a:cs typeface="+mn-lt"/>
              </a:rPr>
              <a:t>USkeletalMeshComponent: Animation Blueprint, Animation Sequence, Pose </a:t>
            </a:r>
            <a:r>
              <a:rPr lang="ko-KR" altLang="en-US" sz="1100">
                <a:solidFill>
                  <a:srgbClr val="FCFCFC"/>
                </a:solidFill>
                <a:latin typeface="Consolas" panose="020B0609020204030204" pitchFamily="49" charset="0"/>
                <a:ea typeface="+mn-lt"/>
                <a:cs typeface="+mn-lt"/>
              </a:rPr>
              <a:t>계산</a:t>
            </a:r>
            <a:r>
              <a:rPr lang="en-US" altLang="ko-KR" sz="1100">
                <a:solidFill>
                  <a:srgbClr val="FCFCFC"/>
                </a:solidFill>
                <a:latin typeface="Consolas" panose="020B0609020204030204" pitchFamily="49" charset="0"/>
                <a:ea typeface="+mn-lt"/>
                <a:cs typeface="+mn-lt"/>
              </a:rPr>
              <a:t>, Montage </a:t>
            </a:r>
            <a:r>
              <a:rPr lang="ko-KR" altLang="en-US" sz="1100">
                <a:solidFill>
                  <a:srgbClr val="FCFCFC"/>
                </a:solidFill>
                <a:latin typeface="Consolas" panose="020B0609020204030204" pitchFamily="49" charset="0"/>
                <a:ea typeface="+mn-lt"/>
                <a:cs typeface="+mn-lt"/>
              </a:rPr>
              <a:t>재생 등 실제 캐릭터 애니메이션 시스템을 담당하는 </a:t>
            </a:r>
            <a:r>
              <a:rPr lang="en-US" altLang="ko-KR" sz="1100">
                <a:solidFill>
                  <a:srgbClr val="FCFCFC"/>
                </a:solidFill>
                <a:latin typeface="Consolas" panose="020B0609020204030204" pitchFamily="49" charset="0"/>
                <a:ea typeface="+mn-lt"/>
                <a:cs typeface="+mn-lt"/>
              </a:rPr>
              <a:t>Component</a:t>
            </a:r>
            <a:r>
              <a:rPr lang="ko-KR" altLang="en-US" sz="1100">
                <a:solidFill>
                  <a:srgbClr val="FCFCFC"/>
                </a:solidFill>
                <a:latin typeface="Consolas" panose="020B0609020204030204" pitchFamily="49" charset="0"/>
                <a:ea typeface="+mn-lt"/>
                <a:cs typeface="+mn-lt"/>
              </a:rPr>
              <a:t>입니다</a:t>
            </a:r>
            <a:r>
              <a:rPr lang="en-US" altLang="ko-KR" sz="1100">
                <a:solidFill>
                  <a:srgbClr val="FCFCFC"/>
                </a:solidFill>
                <a:latin typeface="Consolas" panose="020B0609020204030204" pitchFamily="49" charset="0"/>
                <a:ea typeface="+mn-lt"/>
                <a:cs typeface="+mn-lt"/>
              </a:rPr>
              <a:t>.</a:t>
            </a:r>
            <a:endParaRPr lang="en-US">
              <a:latin typeface="Consolas" panose="020B0609020204030204" pitchFamily="49" charset="0"/>
            </a:endParaRPr>
          </a:p>
        </p:txBody>
      </p:sp>
      <p:pic>
        <p:nvPicPr>
          <p:cNvPr id="23" name="그림 23">
            <a:extLst>
              <a:ext uri="{FF2B5EF4-FFF2-40B4-BE49-F238E27FC236}">
                <a16:creationId xmlns:a16="http://schemas.microsoft.com/office/drawing/2014/main" id="{361F3159-E590-0E74-6B5B-8CF8D0BFD44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92122" y="3429000"/>
            <a:ext cx="182963" cy="176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24028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6AF50E-5D09-A0E5-234B-6FCED53FD1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52A74659-1C0B-03B8-6E21-C8EF4CA088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47205" y="97434"/>
            <a:ext cx="219106" cy="257211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8866D013-D2CE-8610-93DA-2067EA17D2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690" y="97435"/>
            <a:ext cx="609576" cy="609576"/>
          </a:xfrm>
          <a:prstGeom prst="rect">
            <a:avLst/>
          </a:prstGeom>
        </p:spPr>
      </p:pic>
      <p:sp>
        <p:nvSpPr>
          <p:cNvPr id="15" name="순서도: 대체 처리 14">
            <a:extLst>
              <a:ext uri="{FF2B5EF4-FFF2-40B4-BE49-F238E27FC236}">
                <a16:creationId xmlns:a16="http://schemas.microsoft.com/office/drawing/2014/main" id="{D43F9947-EBCF-1AD2-A496-8DE618E9DD3B}"/>
              </a:ext>
            </a:extLst>
          </p:cNvPr>
          <p:cNvSpPr/>
          <p:nvPr/>
        </p:nvSpPr>
        <p:spPr>
          <a:xfrm>
            <a:off x="7983110" y="697940"/>
            <a:ext cx="1727713" cy="463661"/>
          </a:xfrm>
          <a:prstGeom prst="flowChartAlternateProcess">
            <a:avLst/>
          </a:prstGeom>
          <a:solidFill>
            <a:srgbClr val="2B2B2B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lnSpc>
                <a:spcPct val="130000"/>
              </a:lnSpc>
            </a:pPr>
            <a:r>
              <a:rPr lang="en-US" altLang="ko-KR" sz="1400">
                <a:solidFill>
                  <a:srgbClr val="FCFCFC"/>
                </a:solidFill>
                <a:latin typeface="Aptos" panose="020B0004020202020204" pitchFamily="34" charset="0"/>
                <a:ea typeface="Noto Sans KR" panose="020B0200000000000000" pitchFamily="50" charset="-127"/>
              </a:rPr>
              <a:t>Skinning</a:t>
            </a:r>
            <a:r>
              <a:rPr lang="ko-KR" altLang="en-US" sz="1400">
                <a:solidFill>
                  <a:srgbClr val="FCFCFC"/>
                </a:solidFill>
                <a:latin typeface="Aptos" panose="020B0004020202020204" pitchFamily="34" charset="0"/>
                <a:ea typeface="Noto Sans KR" panose="020B0200000000000000" pitchFamily="50" charset="-127"/>
              </a:rPr>
              <a:t>이 뭐야</a:t>
            </a:r>
            <a:r>
              <a:rPr lang="en-US" altLang="ko-KR" sz="1400">
                <a:solidFill>
                  <a:srgbClr val="FCFCFC"/>
                </a:solidFill>
                <a:latin typeface="Aptos" panose="020B0004020202020204" pitchFamily="34" charset="0"/>
                <a:ea typeface="Noto Sans KR" panose="020B0200000000000000" pitchFamily="50" charset="-127"/>
              </a:rPr>
              <a:t>?</a:t>
            </a:r>
            <a:endParaRPr lang="ko-KR" altLang="en-US" sz="1400">
              <a:solidFill>
                <a:srgbClr val="FCFCFC"/>
              </a:solidFill>
              <a:latin typeface="Aptos" panose="020B0004020202020204" pitchFamily="34" charset="0"/>
              <a:ea typeface="Noto Sans KR" panose="020B0200000000000000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5E0D32E-D3F0-09D9-4724-380892A49DDC}"/>
              </a:ext>
            </a:extLst>
          </p:cNvPr>
          <p:cNvSpPr txBox="1"/>
          <p:nvPr/>
        </p:nvSpPr>
        <p:spPr>
          <a:xfrm>
            <a:off x="2490246" y="1756649"/>
            <a:ext cx="7211505" cy="63062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400">
                <a:solidFill>
                  <a:srgbClr val="FCFCFC"/>
                </a:solidFill>
                <a:latin typeface="Aptos" panose="020B0004020202020204" pitchFamily="34" charset="0"/>
                <a:ea typeface="Noto Sans KR" panose="020B0200000000000000" pitchFamily="50" charset="-127"/>
              </a:rPr>
              <a:t>Skinning</a:t>
            </a:r>
            <a:r>
              <a:rPr lang="ko-KR" altLang="en-US" sz="1400">
                <a:solidFill>
                  <a:srgbClr val="FCFCFC"/>
                </a:solidFill>
                <a:latin typeface="Aptos" panose="020B0004020202020204" pitchFamily="34" charset="0"/>
                <a:ea typeface="Noto Sans KR" panose="020B0200000000000000" pitchFamily="50" charset="-127"/>
              </a:rPr>
              <a:t>은 </a:t>
            </a:r>
            <a:r>
              <a:rPr lang="en-US" altLang="ko-KR" sz="1400">
                <a:solidFill>
                  <a:srgbClr val="FCFCFC"/>
                </a:solidFill>
                <a:latin typeface="Aptos" panose="020B0004020202020204" pitchFamily="34" charset="0"/>
                <a:ea typeface="Noto Sans KR" panose="020B0200000000000000" pitchFamily="50" charset="-127"/>
              </a:rPr>
              <a:t>Vertex</a:t>
            </a:r>
            <a:r>
              <a:rPr lang="ko-KR" altLang="en-US" sz="1400">
                <a:solidFill>
                  <a:srgbClr val="FCFCFC"/>
                </a:solidFill>
                <a:latin typeface="Aptos" panose="020B0004020202020204" pitchFamily="34" charset="0"/>
                <a:ea typeface="Noto Sans KR" panose="020B0200000000000000" pitchFamily="50" charset="-127"/>
              </a:rPr>
              <a:t>를 직접 애니메이션 하는 방식이 아니라</a:t>
            </a:r>
            <a:r>
              <a:rPr lang="en-US" altLang="ko-KR" sz="1400">
                <a:solidFill>
                  <a:srgbClr val="FCFCFC"/>
                </a:solidFill>
                <a:latin typeface="Aptos" panose="020B0004020202020204" pitchFamily="34" charset="0"/>
                <a:ea typeface="Noto Sans KR" panose="020B0200000000000000" pitchFamily="50" charset="-127"/>
              </a:rPr>
              <a:t>, Vertex</a:t>
            </a:r>
            <a:r>
              <a:rPr lang="ko-KR" altLang="en-US" sz="1400">
                <a:solidFill>
                  <a:srgbClr val="FCFCFC"/>
                </a:solidFill>
                <a:latin typeface="Aptos" panose="020B0004020202020204" pitchFamily="34" charset="0"/>
                <a:ea typeface="Noto Sans KR" panose="020B0200000000000000" pitchFamily="50" charset="-127"/>
              </a:rPr>
              <a:t>를 </a:t>
            </a:r>
            <a:r>
              <a:rPr lang="en-US" altLang="ko-KR" sz="1400">
                <a:solidFill>
                  <a:srgbClr val="FCFCFC"/>
                </a:solidFill>
                <a:latin typeface="Aptos" panose="020B0004020202020204" pitchFamily="34" charset="0"/>
                <a:ea typeface="Noto Sans KR" panose="020B0200000000000000" pitchFamily="50" charset="-127"/>
              </a:rPr>
              <a:t>Bone</a:t>
            </a:r>
            <a:r>
              <a:rPr lang="ko-KR" altLang="en-US" sz="1400">
                <a:solidFill>
                  <a:srgbClr val="FCFCFC"/>
                </a:solidFill>
                <a:latin typeface="Aptos" panose="020B0004020202020204" pitchFamily="34" charset="0"/>
                <a:ea typeface="Noto Sans KR" panose="020B0200000000000000" pitchFamily="50" charset="-127"/>
              </a:rPr>
              <a:t>이라는 좌표계에 </a:t>
            </a:r>
            <a:endParaRPr lang="en-US" altLang="ko-KR" sz="1400">
              <a:solidFill>
                <a:srgbClr val="FCFCFC"/>
              </a:solidFill>
              <a:latin typeface="Aptos" panose="020B0004020202020204" pitchFamily="34" charset="0"/>
              <a:ea typeface="Noto Sans KR" panose="020B0200000000000000" pitchFamily="50" charset="-127"/>
            </a:endParaRPr>
          </a:p>
          <a:p>
            <a:pPr>
              <a:lnSpc>
                <a:spcPct val="130000"/>
              </a:lnSpc>
            </a:pPr>
            <a:r>
              <a:rPr lang="ko-KR" altLang="en-US" sz="1400">
                <a:solidFill>
                  <a:srgbClr val="FCFCFC"/>
                </a:solidFill>
                <a:latin typeface="Aptos" panose="020B0004020202020204" pitchFamily="34" charset="0"/>
                <a:ea typeface="Noto Sans KR" panose="020B0200000000000000" pitchFamily="50" charset="-127"/>
              </a:rPr>
              <a:t>연결하고</a:t>
            </a:r>
            <a:r>
              <a:rPr lang="en-US" altLang="ko-KR" sz="1400">
                <a:solidFill>
                  <a:srgbClr val="FCFCFC"/>
                </a:solidFill>
                <a:latin typeface="Aptos" panose="020B0004020202020204" pitchFamily="34" charset="0"/>
                <a:ea typeface="Noto Sans KR" panose="020B0200000000000000" pitchFamily="50" charset="-127"/>
              </a:rPr>
              <a:t>, Bone</a:t>
            </a:r>
            <a:r>
              <a:rPr lang="ko-KR" altLang="en-US" sz="1400">
                <a:solidFill>
                  <a:srgbClr val="FCFCFC"/>
                </a:solidFill>
                <a:latin typeface="Aptos" panose="020B0004020202020204" pitchFamily="34" charset="0"/>
                <a:ea typeface="Noto Sans KR" panose="020B0200000000000000" pitchFamily="50" charset="-127"/>
              </a:rPr>
              <a:t>의 움직임을 따라가게 만드는 시스템입니다</a:t>
            </a:r>
            <a:r>
              <a:rPr lang="en-US" altLang="ko-KR" sz="1400">
                <a:solidFill>
                  <a:srgbClr val="FCFCFC"/>
                </a:solidFill>
                <a:latin typeface="Aptos" panose="020B0004020202020204" pitchFamily="34" charset="0"/>
                <a:ea typeface="Noto Sans KR" panose="020B0200000000000000" pitchFamily="50" charset="-127"/>
              </a:rPr>
              <a:t>. </a:t>
            </a:r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3D2F0CDD-78B2-58E6-9A50-E33E04FE8B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90246" y="1346067"/>
            <a:ext cx="342948" cy="323895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5F707132-55AE-0371-FC9A-F2F961DAE223}"/>
              </a:ext>
            </a:extLst>
          </p:cNvPr>
          <p:cNvSpPr txBox="1"/>
          <p:nvPr/>
        </p:nvSpPr>
        <p:spPr>
          <a:xfrm>
            <a:off x="2737944" y="1382333"/>
            <a:ext cx="2295525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altLang="ko-KR" sz="1400">
                <a:solidFill>
                  <a:srgbClr val="9E9E9E"/>
                </a:solidFill>
                <a:latin typeface="Aptos"/>
                <a:ea typeface="Noto Sans KR"/>
              </a:rPr>
              <a:t>3s </a:t>
            </a:r>
            <a:r>
              <a:rPr lang="ko-KR" altLang="en-US" sz="1400">
                <a:solidFill>
                  <a:srgbClr val="9E9E9E"/>
                </a:solidFill>
                <a:latin typeface="Aptos"/>
                <a:ea typeface="Noto Sans KR"/>
              </a:rPr>
              <a:t>동안 생각함</a:t>
            </a:r>
            <a:endParaRPr lang="ko-KR">
              <a:ea typeface="맑은 고딕"/>
            </a:endParaRPr>
          </a:p>
        </p:txBody>
      </p:sp>
      <p:pic>
        <p:nvPicPr>
          <p:cNvPr id="24" name="그림 23">
            <a:extLst>
              <a:ext uri="{FF2B5EF4-FFF2-40B4-BE49-F238E27FC236}">
                <a16:creationId xmlns:a16="http://schemas.microsoft.com/office/drawing/2014/main" id="{42FB0051-56A3-5FD8-9609-4668EC4B5FF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90246" y="5351657"/>
            <a:ext cx="2167479" cy="334863"/>
          </a:xfrm>
          <a:prstGeom prst="rect">
            <a:avLst/>
          </a:prstGeom>
        </p:spPr>
      </p:pic>
      <p:sp>
        <p:nvSpPr>
          <p:cNvPr id="25" name="순서도: 대체 처리 24">
            <a:extLst>
              <a:ext uri="{FF2B5EF4-FFF2-40B4-BE49-F238E27FC236}">
                <a16:creationId xmlns:a16="http://schemas.microsoft.com/office/drawing/2014/main" id="{315B16AB-0B93-FDCB-B9B3-D62BBD85D46D}"/>
              </a:ext>
            </a:extLst>
          </p:cNvPr>
          <p:cNvSpPr/>
          <p:nvPr/>
        </p:nvSpPr>
        <p:spPr>
          <a:xfrm>
            <a:off x="2490247" y="6268537"/>
            <a:ext cx="7211505" cy="367646"/>
          </a:xfrm>
          <a:prstGeom prst="flowChartAlternateProcess">
            <a:avLst/>
          </a:prstGeom>
          <a:solidFill>
            <a:srgbClr val="141414"/>
          </a:solidFill>
          <a:ln w="6350">
            <a:solidFill>
              <a:srgbClr val="7B7B7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b"/>
          <a:lstStyle/>
          <a:p>
            <a:pPr>
              <a:lnSpc>
                <a:spcPct val="130000"/>
              </a:lnSpc>
            </a:pPr>
            <a:r>
              <a:rPr lang="en-US" altLang="ko-KR" sz="1600" b="1">
                <a:solidFill>
                  <a:srgbClr val="FCFCFC"/>
                </a:solidFill>
                <a:latin typeface="Aptos"/>
                <a:ea typeface="맑은 고딕"/>
              </a:rPr>
              <a:t> +</a:t>
            </a:r>
            <a:r>
              <a:rPr lang="en-US" altLang="ko-KR" sz="1100" b="1">
                <a:solidFill>
                  <a:srgbClr val="454545"/>
                </a:solidFill>
                <a:latin typeface="Aptos"/>
                <a:ea typeface="맑은 고딕"/>
              </a:rPr>
              <a:t>    </a:t>
            </a:r>
            <a:r>
              <a:rPr lang="en-US" altLang="ko-KR" sz="1400">
                <a:solidFill>
                  <a:srgbClr val="7B7B7B"/>
                </a:solidFill>
                <a:latin typeface="Aptos"/>
                <a:ea typeface="맑은 고딕"/>
              </a:rPr>
              <a:t>Ask “What is skeletal mesh?”</a:t>
            </a:r>
            <a:endParaRPr lang="ko-KR" altLang="en-US" sz="1100">
              <a:solidFill>
                <a:srgbClr val="7B7B7B"/>
              </a:solidFill>
              <a:latin typeface="Aptos"/>
              <a:ea typeface="맑은 고딕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CEB1E7D-D539-9B45-89DA-5C7639D597B3}"/>
              </a:ext>
            </a:extLst>
          </p:cNvPr>
          <p:cNvSpPr txBox="1"/>
          <p:nvPr/>
        </p:nvSpPr>
        <p:spPr>
          <a:xfrm>
            <a:off x="8636113" y="6306161"/>
            <a:ext cx="5619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>
                <a:solidFill>
                  <a:srgbClr val="FCFCFC"/>
                </a:solidFill>
                <a:latin typeface="Aptos" panose="020B0004020202020204" pitchFamily="34" charset="0"/>
              </a:rPr>
              <a:t>Fast</a:t>
            </a:r>
            <a:endParaRPr lang="ko-KR" altLang="en-US" sz="1200">
              <a:solidFill>
                <a:srgbClr val="FCFCFC"/>
              </a:solidFill>
              <a:latin typeface="Aptos" panose="020B0004020202020204" pitchFamily="34" charset="0"/>
            </a:endParaRPr>
          </a:p>
        </p:txBody>
      </p:sp>
      <p:pic>
        <p:nvPicPr>
          <p:cNvPr id="29" name="그림 28">
            <a:extLst>
              <a:ext uri="{FF2B5EF4-FFF2-40B4-BE49-F238E27FC236}">
                <a16:creationId xmlns:a16="http://schemas.microsoft.com/office/drawing/2014/main" id="{2EF03ABF-30F3-8756-93D6-3754FF66373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62966" y="6313856"/>
            <a:ext cx="224238" cy="261611"/>
          </a:xfrm>
          <a:prstGeom prst="rect">
            <a:avLst/>
          </a:prstGeom>
        </p:spPr>
      </p:pic>
      <p:pic>
        <p:nvPicPr>
          <p:cNvPr id="30" name="그림 29">
            <a:extLst>
              <a:ext uri="{FF2B5EF4-FFF2-40B4-BE49-F238E27FC236}">
                <a16:creationId xmlns:a16="http://schemas.microsoft.com/office/drawing/2014/main" id="{AF816A79-AD66-DD1F-20A4-F4BC086F01A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52562" y="6395234"/>
            <a:ext cx="123842" cy="133369"/>
          </a:xfrm>
          <a:prstGeom prst="rect">
            <a:avLst/>
          </a:prstGeom>
        </p:spPr>
      </p:pic>
      <p:pic>
        <p:nvPicPr>
          <p:cNvPr id="7" name="Picture 6" descr="Skeleton and Mesh Skinning (Deformation) Conversion Software - Okino">
            <a:extLst>
              <a:ext uri="{FF2B5EF4-FFF2-40B4-BE49-F238E27FC236}">
                <a16:creationId xmlns:a16="http://schemas.microsoft.com/office/drawing/2014/main" id="{ED13CA9D-C701-2242-ECBE-ACA49038172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90246" y="2593323"/>
            <a:ext cx="3350984" cy="2552282"/>
          </a:xfrm>
          <a:prstGeom prst="roundRect">
            <a:avLst/>
          </a:prstGeom>
        </p:spPr>
      </p:pic>
      <p:sp>
        <p:nvSpPr>
          <p:cNvPr id="31" name="타원 30">
            <a:extLst>
              <a:ext uri="{FF2B5EF4-FFF2-40B4-BE49-F238E27FC236}">
                <a16:creationId xmlns:a16="http://schemas.microsoft.com/office/drawing/2014/main" id="{DAAE74B6-84C0-554A-9C39-4E2F51A98EF0}"/>
              </a:ext>
            </a:extLst>
          </p:cNvPr>
          <p:cNvSpPr/>
          <p:nvPr/>
        </p:nvSpPr>
        <p:spPr>
          <a:xfrm>
            <a:off x="2827721" y="4871866"/>
            <a:ext cx="223669" cy="230838"/>
          </a:xfrm>
          <a:prstGeom prst="ellipse">
            <a:avLst/>
          </a:prstGeom>
          <a:solidFill>
            <a:srgbClr val="090A0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latin typeface="Aptos" panose="020B0004020202020204" pitchFamily="34" charset="0"/>
            </a:endParaRPr>
          </a:p>
        </p:txBody>
      </p:sp>
      <p:sp>
        <p:nvSpPr>
          <p:cNvPr id="32" name="타원 31">
            <a:extLst>
              <a:ext uri="{FF2B5EF4-FFF2-40B4-BE49-F238E27FC236}">
                <a16:creationId xmlns:a16="http://schemas.microsoft.com/office/drawing/2014/main" id="{B42EB4F3-4F00-428A-801D-5C0447E80BD2}"/>
              </a:ext>
            </a:extLst>
          </p:cNvPr>
          <p:cNvSpPr/>
          <p:nvPr/>
        </p:nvSpPr>
        <p:spPr>
          <a:xfrm>
            <a:off x="3223050" y="4871866"/>
            <a:ext cx="223669" cy="230838"/>
          </a:xfrm>
          <a:prstGeom prst="ellipse">
            <a:avLst/>
          </a:prstGeom>
          <a:solidFill>
            <a:srgbClr val="090A0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latin typeface="Aptos" panose="020B0004020202020204" pitchFamily="34" charset="0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E7A37D5E-F08F-98DA-DE22-425C4DD68639}"/>
              </a:ext>
            </a:extLst>
          </p:cNvPr>
          <p:cNvSpPr/>
          <p:nvPr/>
        </p:nvSpPr>
        <p:spPr>
          <a:xfrm>
            <a:off x="2937092" y="4871867"/>
            <a:ext cx="397837" cy="230838"/>
          </a:xfrm>
          <a:prstGeom prst="rect">
            <a:avLst/>
          </a:prstGeom>
          <a:solidFill>
            <a:srgbClr val="090A0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latin typeface="Aptos" panose="020B0004020202020204" pitchFamily="34" charset="0"/>
              </a:rPr>
              <a:t>Edit</a:t>
            </a:r>
            <a:endParaRPr lang="ko-KR" altLang="en-US" sz="1000">
              <a:latin typeface="Aptos" panose="020B0004020202020204" pitchFamily="34" charset="0"/>
            </a:endParaRPr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id="{77DB8A05-FD30-E675-47BB-BC3046C5576C}"/>
              </a:ext>
            </a:extLst>
          </p:cNvPr>
          <p:cNvSpPr/>
          <p:nvPr/>
        </p:nvSpPr>
        <p:spPr>
          <a:xfrm>
            <a:off x="5219279" y="4822029"/>
            <a:ext cx="281786" cy="280675"/>
          </a:xfrm>
          <a:prstGeom prst="ellipse">
            <a:avLst/>
          </a:prstGeom>
          <a:solidFill>
            <a:srgbClr val="090A0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latin typeface="Aptos" panose="020B0004020202020204" pitchFamily="34" charset="0"/>
            </a:endParaRPr>
          </a:p>
        </p:txBody>
      </p:sp>
      <p:pic>
        <p:nvPicPr>
          <p:cNvPr id="35" name="그림 34">
            <a:extLst>
              <a:ext uri="{FF2B5EF4-FFF2-40B4-BE49-F238E27FC236}">
                <a16:creationId xmlns:a16="http://schemas.microsoft.com/office/drawing/2014/main" id="{7DAD9440-29A2-287A-B098-93E0E4B1845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74435" y="4871866"/>
            <a:ext cx="171474" cy="1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62971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C52763-644D-99A9-8DEE-5A9BDB6A23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순서도: 대체 처리 5">
            <a:extLst>
              <a:ext uri="{FF2B5EF4-FFF2-40B4-BE49-F238E27FC236}">
                <a16:creationId xmlns:a16="http://schemas.microsoft.com/office/drawing/2014/main" id="{896D46F5-5A63-6DB5-29F7-50901C0ED269}"/>
              </a:ext>
            </a:extLst>
          </p:cNvPr>
          <p:cNvSpPr/>
          <p:nvPr/>
        </p:nvSpPr>
        <p:spPr>
          <a:xfrm>
            <a:off x="2490246" y="4797480"/>
            <a:ext cx="7211505" cy="515623"/>
          </a:xfrm>
          <a:prstGeom prst="flowChartAlternateProcess">
            <a:avLst/>
          </a:prstGeom>
          <a:solidFill>
            <a:srgbClr val="181818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>
              <a:lnSpc>
                <a:spcPct val="130000"/>
              </a:lnSpc>
            </a:pPr>
            <a:r>
              <a:rPr lang="en-US" altLang="ko-KR" sz="1200">
                <a:solidFill>
                  <a:srgbClr val="FCFCFC"/>
                </a:solidFill>
                <a:latin typeface="Consolas" panose="020B0609020204030204" pitchFamily="49" charset="0"/>
                <a:ea typeface="Noto Sans KR" panose="020B0200000000000000" pitchFamily="50" charset="-127"/>
              </a:rPr>
              <a:t> Mesh(bind) → Bone(bind)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DF57CA06-E2C7-2A90-1D6A-977AD1856C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47205" y="97434"/>
            <a:ext cx="219106" cy="257211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4C4297E9-AF8C-C1D6-94B1-CDF5D3C09E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690" y="97435"/>
            <a:ext cx="609576" cy="609576"/>
          </a:xfrm>
          <a:prstGeom prst="rect">
            <a:avLst/>
          </a:prstGeom>
        </p:spPr>
      </p:pic>
      <p:sp>
        <p:nvSpPr>
          <p:cNvPr id="15" name="순서도: 대체 처리 14">
            <a:extLst>
              <a:ext uri="{FF2B5EF4-FFF2-40B4-BE49-F238E27FC236}">
                <a16:creationId xmlns:a16="http://schemas.microsoft.com/office/drawing/2014/main" id="{1D1FB744-A7CE-30DA-CBF3-20B803C3401B}"/>
              </a:ext>
            </a:extLst>
          </p:cNvPr>
          <p:cNvSpPr/>
          <p:nvPr/>
        </p:nvSpPr>
        <p:spPr>
          <a:xfrm>
            <a:off x="6443838" y="697940"/>
            <a:ext cx="3266985" cy="463661"/>
          </a:xfrm>
          <a:prstGeom prst="flowChartAlternateProcess">
            <a:avLst/>
          </a:prstGeom>
          <a:solidFill>
            <a:srgbClr val="2B2B2B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lnSpc>
                <a:spcPct val="130000"/>
              </a:lnSpc>
            </a:pPr>
            <a:r>
              <a:rPr lang="en-US" altLang="ko-KR" sz="1400">
                <a:solidFill>
                  <a:srgbClr val="FCFCFC"/>
                </a:solidFill>
                <a:latin typeface="Aptos" panose="020B0004020202020204" pitchFamily="34" charset="0"/>
                <a:ea typeface="Noto Sans KR" panose="020B0200000000000000" pitchFamily="50" charset="-127"/>
              </a:rPr>
              <a:t>Skinning</a:t>
            </a:r>
            <a:r>
              <a:rPr lang="ko-KR" altLang="en-US" sz="1400">
                <a:solidFill>
                  <a:srgbClr val="FCFCFC"/>
                </a:solidFill>
                <a:latin typeface="Aptos" panose="020B0004020202020204" pitchFamily="34" charset="0"/>
                <a:ea typeface="Noto Sans KR" panose="020B0200000000000000" pitchFamily="50" charset="-127"/>
              </a:rPr>
              <a:t>의 수학적 원리에 대해 알려줘</a:t>
            </a:r>
            <a:r>
              <a:rPr lang="en-US" altLang="ko-KR" sz="1400">
                <a:solidFill>
                  <a:srgbClr val="FCFCFC"/>
                </a:solidFill>
                <a:latin typeface="Aptos" panose="020B0004020202020204" pitchFamily="34" charset="0"/>
                <a:ea typeface="Noto Sans KR" panose="020B0200000000000000" pitchFamily="50" charset="-127"/>
              </a:rPr>
              <a:t>.</a:t>
            </a:r>
            <a:endParaRPr lang="ko-KR" altLang="en-US" sz="1400">
              <a:solidFill>
                <a:srgbClr val="FCFCFC"/>
              </a:solidFill>
              <a:latin typeface="Aptos" panose="020B0004020202020204" pitchFamily="34" charset="0"/>
              <a:ea typeface="Noto Sans KR" panose="020B0200000000000000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C9A2D23-14C5-2FA2-6972-533B5646D736}"/>
              </a:ext>
            </a:extLst>
          </p:cNvPr>
          <p:cNvSpPr txBox="1"/>
          <p:nvPr/>
        </p:nvSpPr>
        <p:spPr>
          <a:xfrm>
            <a:off x="2490246" y="1756649"/>
            <a:ext cx="7211505" cy="287123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400" b="1">
                <a:solidFill>
                  <a:srgbClr val="FCFCFC"/>
                </a:solidFill>
                <a:latin typeface="Aptos" panose="020B0004020202020204" pitchFamily="34" charset="0"/>
                <a:ea typeface="Noto Sans KR" panose="020B0200000000000000" pitchFamily="50" charset="-127"/>
              </a:rPr>
              <a:t>Bone</a:t>
            </a:r>
            <a:r>
              <a:rPr lang="ko-KR" altLang="en-US" sz="1400" b="1">
                <a:solidFill>
                  <a:srgbClr val="FCFCFC"/>
                </a:solidFill>
                <a:latin typeface="Aptos" panose="020B0004020202020204" pitchFamily="34" charset="0"/>
                <a:ea typeface="Noto Sans KR" panose="020B0200000000000000" pitchFamily="50" charset="-127"/>
              </a:rPr>
              <a:t>이 정점이 아니라 좌표계</a:t>
            </a:r>
            <a:r>
              <a:rPr lang="ko-KR" altLang="en-US" sz="1400">
                <a:solidFill>
                  <a:srgbClr val="FCFCFC"/>
                </a:solidFill>
                <a:latin typeface="Aptos" panose="020B0004020202020204" pitchFamily="34" charset="0"/>
                <a:ea typeface="Noto Sans KR" panose="020B0200000000000000" pitchFamily="50" charset="-127"/>
              </a:rPr>
              <a:t>라는 점이 중요합니다</a:t>
            </a:r>
            <a:r>
              <a:rPr lang="en-US" altLang="ko-KR" sz="1400">
                <a:solidFill>
                  <a:srgbClr val="FCFCFC"/>
                </a:solidFill>
                <a:latin typeface="Aptos" panose="020B0004020202020204" pitchFamily="34" charset="0"/>
                <a:ea typeface="Noto Sans KR" panose="020B0200000000000000" pitchFamily="50" charset="-127"/>
              </a:rPr>
              <a:t>.</a:t>
            </a:r>
          </a:p>
          <a:p>
            <a:pPr>
              <a:lnSpc>
                <a:spcPct val="130000"/>
              </a:lnSpc>
            </a:pPr>
            <a:endParaRPr lang="en-US" altLang="ko-KR" sz="1400">
              <a:solidFill>
                <a:srgbClr val="FCFCFC"/>
              </a:solidFill>
              <a:latin typeface="Aptos" panose="020B0004020202020204" pitchFamily="34" charset="0"/>
              <a:ea typeface="Noto Sans KR" panose="020B0200000000000000" pitchFamily="50" charset="-127"/>
            </a:endParaRPr>
          </a:p>
          <a:p>
            <a:pPr>
              <a:lnSpc>
                <a:spcPct val="130000"/>
              </a:lnSpc>
            </a:pPr>
            <a:r>
              <a:rPr lang="en-US" altLang="ko-KR" sz="1400">
                <a:solidFill>
                  <a:srgbClr val="FCFCFC"/>
                </a:solidFill>
                <a:latin typeface="Aptos"/>
                <a:ea typeface="Noto Sans KR"/>
              </a:rPr>
              <a:t>Skeletal Mesh</a:t>
            </a:r>
            <a:r>
              <a:rPr lang="ko-KR" altLang="en-US" sz="1400">
                <a:solidFill>
                  <a:srgbClr val="FCFCFC"/>
                </a:solidFill>
                <a:latin typeface="Aptos"/>
                <a:ea typeface="Noto Sans KR"/>
              </a:rPr>
              <a:t>에는 두 종류의 데이터가 존재합니다</a:t>
            </a:r>
            <a:r>
              <a:rPr lang="en-US" altLang="ko-KR" sz="1400">
                <a:solidFill>
                  <a:srgbClr val="FCFCFC"/>
                </a:solidFill>
                <a:latin typeface="Aptos"/>
                <a:ea typeface="Noto Sans KR"/>
              </a:rPr>
              <a:t>:</a:t>
            </a:r>
          </a:p>
          <a:p>
            <a:pPr>
              <a:lnSpc>
                <a:spcPct val="130000"/>
              </a:lnSpc>
            </a:pPr>
            <a:endParaRPr lang="en-US" altLang="ko-KR" sz="1400">
              <a:solidFill>
                <a:srgbClr val="FCFCFC"/>
              </a:solidFill>
              <a:latin typeface="Aptos" panose="020B0004020202020204" pitchFamily="34" charset="0"/>
              <a:ea typeface="Noto Sans KR" panose="020B0200000000000000" pitchFamily="50" charset="-127"/>
            </a:endParaRPr>
          </a:p>
          <a:p>
            <a:pPr>
              <a:lnSpc>
                <a:spcPct val="130000"/>
              </a:lnSpc>
            </a:pPr>
            <a:endParaRPr lang="en-US" altLang="ko-KR" sz="1400">
              <a:solidFill>
                <a:srgbClr val="FCFCFC"/>
              </a:solidFill>
              <a:latin typeface="Aptos" panose="020B0004020202020204" pitchFamily="34" charset="0"/>
              <a:ea typeface="Noto Sans KR" panose="020B0200000000000000" pitchFamily="50" charset="-127"/>
            </a:endParaRPr>
          </a:p>
          <a:p>
            <a:pPr>
              <a:lnSpc>
                <a:spcPct val="130000"/>
              </a:lnSpc>
            </a:pPr>
            <a:endParaRPr lang="en-US" altLang="ko-KR" sz="1400">
              <a:solidFill>
                <a:srgbClr val="FCFCFC"/>
              </a:solidFill>
              <a:latin typeface="Aptos" panose="020B0004020202020204" pitchFamily="34" charset="0"/>
              <a:ea typeface="Noto Sans KR" panose="020B0200000000000000" pitchFamily="50" charset="-127"/>
            </a:endParaRPr>
          </a:p>
          <a:p>
            <a:pPr>
              <a:lnSpc>
                <a:spcPct val="130000"/>
              </a:lnSpc>
            </a:pPr>
            <a:endParaRPr lang="en-US" altLang="ko-KR" sz="1400">
              <a:solidFill>
                <a:srgbClr val="FCFCFC"/>
              </a:solidFill>
              <a:latin typeface="Aptos" panose="020B0004020202020204" pitchFamily="34" charset="0"/>
              <a:ea typeface="Noto Sans KR" panose="020B0200000000000000" pitchFamily="50" charset="-127"/>
            </a:endParaRPr>
          </a:p>
          <a:p>
            <a:pPr>
              <a:lnSpc>
                <a:spcPct val="130000"/>
              </a:lnSpc>
            </a:pPr>
            <a:endParaRPr lang="en-US" altLang="ko-KR" sz="1400">
              <a:solidFill>
                <a:srgbClr val="FCFCFC"/>
              </a:solidFill>
              <a:latin typeface="Aptos"/>
              <a:ea typeface="Noto Sans KR"/>
            </a:endParaRPr>
          </a:p>
          <a:p>
            <a:pPr>
              <a:lnSpc>
                <a:spcPct val="130000"/>
              </a:lnSpc>
            </a:pPr>
            <a:r>
              <a:rPr lang="en-US" altLang="ko-KR" sz="1400">
                <a:solidFill>
                  <a:srgbClr val="FCFCFC"/>
                </a:solidFill>
                <a:latin typeface="Aptos"/>
                <a:ea typeface="Noto Sans KR"/>
              </a:rPr>
              <a:t>Vertex</a:t>
            </a:r>
            <a:r>
              <a:rPr lang="ko-KR" altLang="en-US" sz="1400">
                <a:solidFill>
                  <a:srgbClr val="FCFCFC"/>
                </a:solidFill>
                <a:latin typeface="Aptos"/>
                <a:ea typeface="Noto Sans KR"/>
              </a:rPr>
              <a:t>가 </a:t>
            </a:r>
            <a:r>
              <a:rPr lang="en-US" altLang="ko-KR" sz="1400">
                <a:solidFill>
                  <a:srgbClr val="FCFCFC"/>
                </a:solidFill>
                <a:latin typeface="Aptos"/>
                <a:ea typeface="Noto Sans KR"/>
              </a:rPr>
              <a:t>Mesh Space</a:t>
            </a:r>
            <a:r>
              <a:rPr lang="ko-KR" altLang="en-US" sz="1400">
                <a:solidFill>
                  <a:srgbClr val="FCFCFC"/>
                </a:solidFill>
                <a:latin typeface="Aptos"/>
                <a:ea typeface="Noto Sans KR"/>
              </a:rPr>
              <a:t>에 있기 때문에 </a:t>
            </a:r>
            <a:r>
              <a:rPr lang="en-US" altLang="ko-KR" sz="1400">
                <a:solidFill>
                  <a:srgbClr val="FCFCFC"/>
                </a:solidFill>
                <a:latin typeface="Aptos"/>
                <a:ea typeface="Noto Sans KR"/>
              </a:rPr>
              <a:t>Vertex</a:t>
            </a:r>
            <a:r>
              <a:rPr lang="ko-KR" altLang="en-US" sz="1400">
                <a:solidFill>
                  <a:srgbClr val="FCFCFC"/>
                </a:solidFill>
                <a:latin typeface="Aptos"/>
                <a:ea typeface="Noto Sans KR"/>
              </a:rPr>
              <a:t>를 </a:t>
            </a:r>
            <a:r>
              <a:rPr lang="en-US" altLang="ko-KR" sz="1400">
                <a:solidFill>
                  <a:srgbClr val="FCFCFC"/>
                </a:solidFill>
                <a:latin typeface="Aptos"/>
                <a:ea typeface="Noto Sans KR"/>
              </a:rPr>
              <a:t>Bone</a:t>
            </a:r>
            <a:r>
              <a:rPr lang="ko-KR" altLang="en-US" sz="1400">
                <a:solidFill>
                  <a:srgbClr val="FCFCFC"/>
                </a:solidFill>
                <a:latin typeface="Aptos"/>
                <a:ea typeface="Noto Sans KR"/>
              </a:rPr>
              <a:t>과 바인딩해 주기 위해서</a:t>
            </a:r>
            <a:r>
              <a:rPr lang="en-US" altLang="ko-KR" sz="1400">
                <a:solidFill>
                  <a:srgbClr val="FCFCFC"/>
                </a:solidFill>
                <a:latin typeface="Aptos"/>
                <a:ea typeface="Noto Sans KR"/>
              </a:rPr>
              <a:t> </a:t>
            </a:r>
            <a:r>
              <a:rPr lang="ko-KR" altLang="en-US" sz="1400">
                <a:solidFill>
                  <a:srgbClr val="FCFCFC"/>
                </a:solidFill>
                <a:latin typeface="Aptos"/>
                <a:ea typeface="Noto Sans KR"/>
              </a:rPr>
              <a:t>우선 </a:t>
            </a:r>
            <a:r>
              <a:rPr lang="en-US" altLang="ko-KR" sz="1400">
                <a:solidFill>
                  <a:srgbClr val="FCFCFC"/>
                </a:solidFill>
                <a:latin typeface="Aptos"/>
                <a:ea typeface="Noto Sans KR"/>
              </a:rPr>
              <a:t>Vertex</a:t>
            </a:r>
            <a:r>
              <a:rPr lang="ko-KR" altLang="en-US" sz="1400">
                <a:solidFill>
                  <a:srgbClr val="FCFCFC"/>
                </a:solidFill>
                <a:latin typeface="Aptos"/>
                <a:ea typeface="Noto Sans KR"/>
              </a:rPr>
              <a:t>를 </a:t>
            </a:r>
            <a:r>
              <a:rPr lang="en-US" altLang="ko-KR" sz="1400">
                <a:solidFill>
                  <a:srgbClr val="FCFCFC"/>
                </a:solidFill>
                <a:latin typeface="Aptos"/>
                <a:ea typeface="Noto Sans KR"/>
              </a:rPr>
              <a:t>Bone Space </a:t>
            </a:r>
            <a:r>
              <a:rPr lang="ko-KR" altLang="en-US" sz="1400">
                <a:solidFill>
                  <a:srgbClr val="FCFCFC"/>
                </a:solidFill>
                <a:latin typeface="Aptos"/>
                <a:ea typeface="Noto Sans KR"/>
              </a:rPr>
              <a:t>기준으로 변환해야 합니다</a:t>
            </a:r>
            <a:r>
              <a:rPr lang="en-US" altLang="ko-KR" sz="1400">
                <a:solidFill>
                  <a:srgbClr val="FCFCFC"/>
                </a:solidFill>
                <a:latin typeface="Aptos"/>
                <a:ea typeface="Noto Sans KR"/>
              </a:rPr>
              <a:t>.</a:t>
            </a:r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B4271856-DFAA-1F7F-7CF0-EF05188DF2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90246" y="1346067"/>
            <a:ext cx="342948" cy="323895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F3B8A499-6743-2627-F44C-2D48EF95AC10}"/>
              </a:ext>
            </a:extLst>
          </p:cNvPr>
          <p:cNvSpPr txBox="1"/>
          <p:nvPr/>
        </p:nvSpPr>
        <p:spPr>
          <a:xfrm>
            <a:off x="2737944" y="1382333"/>
            <a:ext cx="2295525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altLang="ko-KR" sz="1400">
                <a:solidFill>
                  <a:srgbClr val="9E9E9E"/>
                </a:solidFill>
                <a:latin typeface="Aptos"/>
                <a:ea typeface="Noto Sans KR"/>
              </a:rPr>
              <a:t>31s </a:t>
            </a:r>
            <a:r>
              <a:rPr lang="ko-KR" altLang="en-US" sz="1400">
                <a:solidFill>
                  <a:srgbClr val="9E9E9E"/>
                </a:solidFill>
                <a:latin typeface="Aptos"/>
                <a:ea typeface="Noto Sans KR"/>
              </a:rPr>
              <a:t>동안 생각함</a:t>
            </a:r>
            <a:endParaRPr lang="ko-KR">
              <a:ea typeface="맑은 고딕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46C48D78-4077-5EEC-06D5-5DFB8653CED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92121" y="4967076"/>
            <a:ext cx="182963" cy="176429"/>
          </a:xfrm>
          <a:prstGeom prst="rect">
            <a:avLst/>
          </a:prstGeom>
        </p:spPr>
      </p:pic>
      <p:sp>
        <p:nvSpPr>
          <p:cNvPr id="12" name="순서도: 대체 처리 11">
            <a:extLst>
              <a:ext uri="{FF2B5EF4-FFF2-40B4-BE49-F238E27FC236}">
                <a16:creationId xmlns:a16="http://schemas.microsoft.com/office/drawing/2014/main" id="{3F32ADA5-41D9-2C9A-B6FE-ED67C2B4B476}"/>
              </a:ext>
            </a:extLst>
          </p:cNvPr>
          <p:cNvSpPr/>
          <p:nvPr/>
        </p:nvSpPr>
        <p:spPr>
          <a:xfrm>
            <a:off x="2490247" y="6268537"/>
            <a:ext cx="7211505" cy="367646"/>
          </a:xfrm>
          <a:prstGeom prst="flowChartAlternateProcess">
            <a:avLst/>
          </a:prstGeom>
          <a:solidFill>
            <a:srgbClr val="141414"/>
          </a:solidFill>
          <a:ln w="6350">
            <a:solidFill>
              <a:srgbClr val="7B7B7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b"/>
          <a:lstStyle/>
          <a:p>
            <a:pPr>
              <a:lnSpc>
                <a:spcPct val="130000"/>
              </a:lnSpc>
            </a:pPr>
            <a:r>
              <a:rPr lang="en-US" altLang="ko-KR" sz="1600" b="1">
                <a:solidFill>
                  <a:srgbClr val="FCFCFC"/>
                </a:solidFill>
                <a:latin typeface="Aptos"/>
                <a:ea typeface="맑은 고딕"/>
              </a:rPr>
              <a:t> +</a:t>
            </a:r>
            <a:r>
              <a:rPr lang="en-US" altLang="ko-KR" sz="1100" b="1">
                <a:solidFill>
                  <a:srgbClr val="454545"/>
                </a:solidFill>
                <a:latin typeface="Aptos"/>
                <a:ea typeface="맑은 고딕"/>
              </a:rPr>
              <a:t>    </a:t>
            </a:r>
            <a:r>
              <a:rPr lang="en-US" altLang="ko-KR" sz="1400">
                <a:solidFill>
                  <a:srgbClr val="7B7B7B"/>
                </a:solidFill>
                <a:latin typeface="Aptos"/>
                <a:ea typeface="맑은 고딕"/>
              </a:rPr>
              <a:t>Ask “What is skeletal mesh?”</a:t>
            </a:r>
            <a:endParaRPr lang="ko-KR" altLang="en-US" sz="1100">
              <a:solidFill>
                <a:srgbClr val="7B7B7B"/>
              </a:solidFill>
              <a:latin typeface="Aptos"/>
              <a:ea typeface="맑은 고딕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E5D7F94-B13A-AFAB-45A2-3294EA453211}"/>
              </a:ext>
            </a:extLst>
          </p:cNvPr>
          <p:cNvSpPr txBox="1"/>
          <p:nvPr/>
        </p:nvSpPr>
        <p:spPr>
          <a:xfrm>
            <a:off x="8636113" y="6306161"/>
            <a:ext cx="5619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>
                <a:solidFill>
                  <a:srgbClr val="FCFCFC"/>
                </a:solidFill>
                <a:latin typeface="Aptos" panose="020B0004020202020204" pitchFamily="34" charset="0"/>
              </a:rPr>
              <a:t>Pro</a:t>
            </a:r>
            <a:endParaRPr lang="ko-KR" altLang="en-US" sz="1200">
              <a:solidFill>
                <a:srgbClr val="FCFCFC"/>
              </a:solidFill>
              <a:latin typeface="Aptos" panose="020B0004020202020204" pitchFamily="34" charset="0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67EFBC15-914C-2AA0-056B-26EAC649ECD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62966" y="6313856"/>
            <a:ext cx="224238" cy="261611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1930F9F8-8240-4E16-08EE-C88A18030CE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52562" y="6395234"/>
            <a:ext cx="123842" cy="133369"/>
          </a:xfrm>
          <a:prstGeom prst="rect">
            <a:avLst/>
          </a:prstGeom>
        </p:spPr>
      </p:pic>
      <p:sp>
        <p:nvSpPr>
          <p:cNvPr id="22" name="순서도: 대체 처리 21">
            <a:extLst>
              <a:ext uri="{FF2B5EF4-FFF2-40B4-BE49-F238E27FC236}">
                <a16:creationId xmlns:a16="http://schemas.microsoft.com/office/drawing/2014/main" id="{68398DCF-7C21-8410-37AA-5FC4A971B575}"/>
              </a:ext>
            </a:extLst>
          </p:cNvPr>
          <p:cNvSpPr/>
          <p:nvPr/>
        </p:nvSpPr>
        <p:spPr>
          <a:xfrm>
            <a:off x="2490246" y="2804370"/>
            <a:ext cx="7211505" cy="786321"/>
          </a:xfrm>
          <a:prstGeom prst="flowChartAlternateProcess">
            <a:avLst/>
          </a:prstGeom>
          <a:solidFill>
            <a:srgbClr val="181818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>
              <a:lnSpc>
                <a:spcPct val="130000"/>
              </a:lnSpc>
            </a:pPr>
            <a:r>
              <a:rPr lang="en-US" altLang="ko-KR" sz="1200">
                <a:solidFill>
                  <a:srgbClr val="FCFCFC"/>
                </a:solidFill>
                <a:latin typeface="Consolas" panose="020B0609020204030204" pitchFamily="49" charset="0"/>
                <a:ea typeface="Noto Sans KR" panose="020B0200000000000000" pitchFamily="50" charset="-127"/>
              </a:rPr>
              <a:t> Mesh Vertex: Mesh Space </a:t>
            </a:r>
            <a:r>
              <a:rPr lang="ko-KR" altLang="en-US" sz="1200">
                <a:solidFill>
                  <a:srgbClr val="FCFCFC"/>
                </a:solidFill>
                <a:latin typeface="Consolas" panose="020B0609020204030204" pitchFamily="49" charset="0"/>
                <a:ea typeface="Noto Sans KR" panose="020B0200000000000000" pitchFamily="50" charset="-127"/>
              </a:rPr>
              <a:t>기준으로 저장</a:t>
            </a:r>
            <a:endParaRPr lang="en-US" altLang="ko-KR" sz="1200">
              <a:solidFill>
                <a:srgbClr val="FCFCFC"/>
              </a:solidFill>
              <a:latin typeface="Consolas" panose="020B0609020204030204" pitchFamily="49" charset="0"/>
              <a:ea typeface="Noto Sans KR" panose="020B0200000000000000" pitchFamily="50" charset="-127"/>
            </a:endParaRPr>
          </a:p>
          <a:p>
            <a:pPr>
              <a:lnSpc>
                <a:spcPct val="130000"/>
              </a:lnSpc>
            </a:pPr>
            <a:r>
              <a:rPr lang="en-US" altLang="ko-KR" sz="1200">
                <a:solidFill>
                  <a:srgbClr val="FCFCFC"/>
                </a:solidFill>
                <a:latin typeface="Consolas" panose="020B0609020204030204" pitchFamily="49" charset="0"/>
                <a:ea typeface="Noto Sans KR" panose="020B0200000000000000" pitchFamily="50" charset="-127"/>
              </a:rPr>
              <a:t> Bone Transform: Parent Bone </a:t>
            </a:r>
            <a:r>
              <a:rPr lang="ko-KR" altLang="en-US" sz="1200">
                <a:solidFill>
                  <a:srgbClr val="FCFCFC"/>
                </a:solidFill>
                <a:latin typeface="Consolas" panose="020B0609020204030204" pitchFamily="49" charset="0"/>
                <a:ea typeface="Noto Sans KR" panose="020B0200000000000000" pitchFamily="50" charset="-127"/>
              </a:rPr>
              <a:t>기준 </a:t>
            </a:r>
            <a:r>
              <a:rPr lang="en-US" altLang="ko-KR" sz="1200">
                <a:solidFill>
                  <a:srgbClr val="FCFCFC"/>
                </a:solidFill>
                <a:latin typeface="Consolas" panose="020B0609020204030204" pitchFamily="49" charset="0"/>
                <a:ea typeface="Noto Sans KR" panose="020B0200000000000000" pitchFamily="50" charset="-127"/>
              </a:rPr>
              <a:t>Local Transform</a:t>
            </a:r>
            <a:r>
              <a:rPr lang="ko-KR" altLang="en-US" sz="1200">
                <a:solidFill>
                  <a:srgbClr val="FCFCFC"/>
                </a:solidFill>
                <a:latin typeface="Consolas" panose="020B0609020204030204" pitchFamily="49" charset="0"/>
                <a:ea typeface="Noto Sans KR" panose="020B0200000000000000" pitchFamily="50" charset="-127"/>
              </a:rPr>
              <a:t>으로 저장</a:t>
            </a:r>
            <a:endParaRPr lang="en-US" altLang="ko-KR" sz="1200">
              <a:solidFill>
                <a:srgbClr val="FCFCFC"/>
              </a:solidFill>
              <a:latin typeface="Consolas" panose="020B0609020204030204" pitchFamily="49" charset="0"/>
              <a:ea typeface="Noto Sans KR" panose="020B0200000000000000" pitchFamily="50" charset="-127"/>
            </a:endParaRPr>
          </a:p>
        </p:txBody>
      </p:sp>
      <p:pic>
        <p:nvPicPr>
          <p:cNvPr id="23" name="그림 22">
            <a:extLst>
              <a:ext uri="{FF2B5EF4-FFF2-40B4-BE49-F238E27FC236}">
                <a16:creationId xmlns:a16="http://schemas.microsoft.com/office/drawing/2014/main" id="{EF595FD6-2818-7CD6-3DC7-DA9E459D7C1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92121" y="2973966"/>
            <a:ext cx="182963" cy="176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27121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730887-B572-F566-F762-39293BD3AB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A87FE506-0B3B-57C8-AF3E-F5F89C7791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47205" y="97434"/>
            <a:ext cx="219106" cy="257211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A7D0AA5A-E096-E10F-571A-A0B03761B0B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690" y="97435"/>
            <a:ext cx="609576" cy="609576"/>
          </a:xfrm>
          <a:prstGeom prst="rect">
            <a:avLst/>
          </a:prstGeom>
        </p:spPr>
      </p:pic>
      <p:sp>
        <p:nvSpPr>
          <p:cNvPr id="18" name="순서도: 대체 처리 17">
            <a:extLst>
              <a:ext uri="{FF2B5EF4-FFF2-40B4-BE49-F238E27FC236}">
                <a16:creationId xmlns:a16="http://schemas.microsoft.com/office/drawing/2014/main" id="{FE6C8156-941F-D204-A99F-34E8AE2DB5EB}"/>
              </a:ext>
            </a:extLst>
          </p:cNvPr>
          <p:cNvSpPr/>
          <p:nvPr/>
        </p:nvSpPr>
        <p:spPr>
          <a:xfrm>
            <a:off x="2490243" y="3704462"/>
            <a:ext cx="7211505" cy="989814"/>
          </a:xfrm>
          <a:prstGeom prst="flowChartAlternateProcess">
            <a:avLst/>
          </a:prstGeom>
          <a:solidFill>
            <a:srgbClr val="181818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>
              <a:lnSpc>
                <a:spcPct val="130000"/>
              </a:lnSpc>
            </a:pPr>
            <a:r>
              <a:rPr lang="en-US" altLang="ko-KR" sz="1200">
                <a:solidFill>
                  <a:srgbClr val="FCFCFC"/>
                </a:solidFill>
                <a:latin typeface="Consolas" panose="020B0609020204030204" pitchFamily="49" charset="0"/>
                <a:ea typeface="Noto Sans KR" panose="020B0200000000000000" pitchFamily="50" charset="-127"/>
              </a:rPr>
              <a:t> </a:t>
            </a:r>
          </a:p>
          <a:p>
            <a:pPr>
              <a:lnSpc>
                <a:spcPct val="130000"/>
              </a:lnSpc>
            </a:pPr>
            <a:r>
              <a:rPr lang="en-US" altLang="ko-KR" sz="1200">
                <a:solidFill>
                  <a:srgbClr val="FCFCFC"/>
                </a:solidFill>
                <a:latin typeface="Consolas" panose="020B0609020204030204" pitchFamily="49" charset="0"/>
                <a:ea typeface="Noto Sans KR" panose="020B0200000000000000" pitchFamily="50" charset="-127"/>
              </a:rPr>
              <a:t> InverseBindPose = </a:t>
            </a:r>
            <a:r>
              <a:rPr lang="en-US" altLang="ko-KR" sz="1200">
                <a:solidFill>
                  <a:srgbClr val="9CDCFE"/>
                </a:solidFill>
                <a:latin typeface="Consolas" panose="020B0609020204030204" pitchFamily="49" charset="0"/>
                <a:ea typeface="Noto Sans KR" panose="020B0200000000000000" pitchFamily="50" charset="-127"/>
              </a:rPr>
              <a:t>BindPoseMatrix</a:t>
            </a:r>
            <a:r>
              <a:rPr lang="en-US" altLang="ko-KR" sz="1200">
                <a:solidFill>
                  <a:srgbClr val="FCFCFC"/>
                </a:solidFill>
                <a:latin typeface="Consolas" panose="020B0609020204030204" pitchFamily="49" charset="0"/>
                <a:ea typeface="Noto Sans KR" panose="020B0200000000000000" pitchFamily="50" charset="-127"/>
              </a:rPr>
              <a:t>.</a:t>
            </a:r>
            <a:r>
              <a:rPr lang="en-US" altLang="ko-KR" sz="1200">
                <a:solidFill>
                  <a:srgbClr val="DCDCAA"/>
                </a:solidFill>
                <a:latin typeface="Consolas" panose="020B0609020204030204" pitchFamily="49" charset="0"/>
                <a:ea typeface="Noto Sans KR" panose="020B0200000000000000" pitchFamily="50" charset="-127"/>
              </a:rPr>
              <a:t>GetInverse</a:t>
            </a:r>
            <a:r>
              <a:rPr lang="en-US" altLang="ko-KR" sz="1200">
                <a:solidFill>
                  <a:srgbClr val="FCFCFC"/>
                </a:solidFill>
                <a:latin typeface="Consolas" panose="020B0609020204030204" pitchFamily="49" charset="0"/>
                <a:ea typeface="Noto Sans KR" panose="020B0200000000000000" pitchFamily="50" charset="-127"/>
              </a:rPr>
              <a:t>();</a:t>
            </a: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1A259BC1-2E90-03C1-57F3-C81656D795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37941" y="3817412"/>
            <a:ext cx="247685" cy="200053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84794E74-4EAE-4B1A-5924-705BFD15C93D}"/>
              </a:ext>
            </a:extLst>
          </p:cNvPr>
          <p:cNvSpPr txBox="1"/>
          <p:nvPr/>
        </p:nvSpPr>
        <p:spPr>
          <a:xfrm>
            <a:off x="2985626" y="3786633"/>
            <a:ext cx="5715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>
                <a:solidFill>
                  <a:srgbClr val="FCFCFC"/>
                </a:solidFill>
              </a:rPr>
              <a:t>C++</a:t>
            </a:r>
            <a:endParaRPr lang="ko-KR" altLang="en-US" sz="1100" b="1">
              <a:solidFill>
                <a:srgbClr val="FCFCFC"/>
              </a:solidFill>
            </a:endParaRPr>
          </a:p>
        </p:txBody>
      </p:sp>
      <p:pic>
        <p:nvPicPr>
          <p:cNvPr id="21" name="그림 20">
            <a:extLst>
              <a:ext uri="{FF2B5EF4-FFF2-40B4-BE49-F238E27FC236}">
                <a16:creationId xmlns:a16="http://schemas.microsoft.com/office/drawing/2014/main" id="{F6F66E21-A117-7139-C620-B1A2222690E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92119" y="3846350"/>
            <a:ext cx="182963" cy="17642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70D3A0F-7183-400B-310A-F9C4F0C95485}"/>
              </a:ext>
            </a:extLst>
          </p:cNvPr>
          <p:cNvSpPr txBox="1"/>
          <p:nvPr/>
        </p:nvSpPr>
        <p:spPr>
          <a:xfrm>
            <a:off x="2490245" y="707011"/>
            <a:ext cx="7211505" cy="3520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400">
                <a:solidFill>
                  <a:srgbClr val="FCFCFC"/>
                </a:solidFill>
                <a:latin typeface="Aptos" panose="020B0004020202020204" pitchFamily="34" charset="0"/>
                <a:ea typeface="Noto Sans KR" panose="020B0200000000000000" pitchFamily="50" charset="-127"/>
              </a:rPr>
              <a:t>Bind Pose </a:t>
            </a:r>
            <a:r>
              <a:rPr lang="ko-KR" altLang="en-US" sz="1400">
                <a:solidFill>
                  <a:srgbClr val="FCFCFC"/>
                </a:solidFill>
                <a:latin typeface="Aptos" panose="020B0004020202020204" pitchFamily="34" charset="0"/>
                <a:ea typeface="Noto Sans KR" panose="020B0200000000000000" pitchFamily="50" charset="-127"/>
              </a:rPr>
              <a:t>시점에서 </a:t>
            </a:r>
            <a:r>
              <a:rPr lang="en-US" altLang="ko-KR" sz="1400">
                <a:solidFill>
                  <a:srgbClr val="FCFCFC"/>
                </a:solidFill>
                <a:latin typeface="Aptos" panose="020B0004020202020204" pitchFamily="34" charset="0"/>
                <a:ea typeface="Noto Sans KR" panose="020B0200000000000000" pitchFamily="50" charset="-127"/>
              </a:rPr>
              <a:t>Bone</a:t>
            </a:r>
            <a:r>
              <a:rPr lang="ko-KR" altLang="en-US" sz="1400">
                <a:solidFill>
                  <a:srgbClr val="FCFCFC"/>
                </a:solidFill>
                <a:latin typeface="Aptos" panose="020B0004020202020204" pitchFamily="34" charset="0"/>
                <a:ea typeface="Noto Sans KR" panose="020B0200000000000000" pitchFamily="50" charset="-127"/>
              </a:rPr>
              <a:t>은 </a:t>
            </a:r>
            <a:r>
              <a:rPr lang="en-US" altLang="ko-KR" sz="1400">
                <a:solidFill>
                  <a:srgbClr val="FCFCFC"/>
                </a:solidFill>
                <a:latin typeface="Aptos" panose="020B0004020202020204" pitchFamily="34" charset="0"/>
                <a:ea typeface="Noto Sans KR" panose="020B0200000000000000" pitchFamily="50" charset="-127"/>
              </a:rPr>
              <a:t>Mesh </a:t>
            </a:r>
            <a:r>
              <a:rPr lang="ko-KR" altLang="en-US" sz="1400">
                <a:solidFill>
                  <a:srgbClr val="FCFCFC"/>
                </a:solidFill>
                <a:latin typeface="Aptos" panose="020B0004020202020204" pitchFamily="34" charset="0"/>
                <a:ea typeface="Noto Sans KR" panose="020B0200000000000000" pitchFamily="50" charset="-127"/>
              </a:rPr>
              <a:t>기준 위치와 회전 정보를 가지고 있습니다</a:t>
            </a:r>
            <a:r>
              <a:rPr lang="en-US" altLang="ko-KR" sz="1400">
                <a:solidFill>
                  <a:srgbClr val="FCFCFC"/>
                </a:solidFill>
                <a:latin typeface="Aptos" panose="020B0004020202020204" pitchFamily="34" charset="0"/>
                <a:ea typeface="Noto Sans KR" panose="020B0200000000000000" pitchFamily="50" charset="-127"/>
              </a:rPr>
              <a:t>.</a:t>
            </a:r>
          </a:p>
        </p:txBody>
      </p:sp>
      <p:sp>
        <p:nvSpPr>
          <p:cNvPr id="14" name="순서도: 대체 처리 13">
            <a:extLst>
              <a:ext uri="{FF2B5EF4-FFF2-40B4-BE49-F238E27FC236}">
                <a16:creationId xmlns:a16="http://schemas.microsoft.com/office/drawing/2014/main" id="{1C22D995-E53B-E342-DE9E-117D695AC63D}"/>
              </a:ext>
            </a:extLst>
          </p:cNvPr>
          <p:cNvSpPr/>
          <p:nvPr/>
        </p:nvSpPr>
        <p:spPr>
          <a:xfrm>
            <a:off x="2490245" y="1190994"/>
            <a:ext cx="7211505" cy="515623"/>
          </a:xfrm>
          <a:prstGeom prst="flowChartAlternateProcess">
            <a:avLst/>
          </a:prstGeom>
          <a:solidFill>
            <a:srgbClr val="181818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>
              <a:lnSpc>
                <a:spcPct val="130000"/>
              </a:lnSpc>
            </a:pPr>
            <a:r>
              <a:rPr lang="en-US" altLang="ko-KR" sz="1200">
                <a:solidFill>
                  <a:srgbClr val="FCFCFC"/>
                </a:solidFill>
                <a:latin typeface="Consolas" panose="020B0609020204030204" pitchFamily="49" charset="0"/>
                <a:ea typeface="Noto Sans KR" panose="020B0200000000000000" pitchFamily="50" charset="-127"/>
              </a:rPr>
              <a:t> BindPoseMatrix = Bone → Mesh </a:t>
            </a:r>
            <a:r>
              <a:rPr lang="ko-KR" altLang="en-US" sz="1200">
                <a:solidFill>
                  <a:srgbClr val="FCFCFC"/>
                </a:solidFill>
                <a:latin typeface="Consolas" panose="020B0609020204030204" pitchFamily="49" charset="0"/>
                <a:ea typeface="Noto Sans KR" panose="020B0200000000000000" pitchFamily="50" charset="-127"/>
              </a:rPr>
              <a:t>변환</a:t>
            </a:r>
            <a:endParaRPr lang="en-US" altLang="ko-KR" sz="1200">
              <a:solidFill>
                <a:srgbClr val="FCFCFC"/>
              </a:solidFill>
              <a:latin typeface="Consolas" panose="020B0609020204030204" pitchFamily="49" charset="0"/>
              <a:ea typeface="Noto Sans KR" panose="020B0200000000000000" pitchFamily="50" charset="-127"/>
            </a:endParaRP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AF924AC3-6FA0-AA3C-C97C-4CAC728F275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92120" y="1360590"/>
            <a:ext cx="182963" cy="176429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F8B74CBB-F356-560B-C13E-73BB711946E1}"/>
              </a:ext>
            </a:extLst>
          </p:cNvPr>
          <p:cNvSpPr txBox="1"/>
          <p:nvPr/>
        </p:nvSpPr>
        <p:spPr>
          <a:xfrm>
            <a:off x="2490244" y="1875907"/>
            <a:ext cx="7211505" cy="3520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ko-KR" altLang="en-US" sz="1400">
                <a:solidFill>
                  <a:srgbClr val="FCFCFC"/>
                </a:solidFill>
                <a:latin typeface="Aptos" panose="020B0004020202020204" pitchFamily="34" charset="0"/>
                <a:ea typeface="Noto Sans KR" panose="020B0200000000000000" pitchFamily="50" charset="-127"/>
              </a:rPr>
              <a:t>그런데 우리가 필요한 건</a:t>
            </a:r>
            <a:r>
              <a:rPr lang="en-US" altLang="ko-KR" sz="1400">
                <a:solidFill>
                  <a:srgbClr val="FCFCFC"/>
                </a:solidFill>
                <a:latin typeface="Aptos" panose="020B0004020202020204" pitchFamily="34" charset="0"/>
                <a:ea typeface="Noto Sans KR" panose="020B0200000000000000" pitchFamily="50" charset="-127"/>
              </a:rPr>
              <a:t>:</a:t>
            </a:r>
          </a:p>
        </p:txBody>
      </p:sp>
      <p:sp>
        <p:nvSpPr>
          <p:cNvPr id="23" name="순서도: 대체 처리 22">
            <a:extLst>
              <a:ext uri="{FF2B5EF4-FFF2-40B4-BE49-F238E27FC236}">
                <a16:creationId xmlns:a16="http://schemas.microsoft.com/office/drawing/2014/main" id="{4C82BCEE-C711-6479-4211-806FD508B9DC}"/>
              </a:ext>
            </a:extLst>
          </p:cNvPr>
          <p:cNvSpPr/>
          <p:nvPr/>
        </p:nvSpPr>
        <p:spPr>
          <a:xfrm>
            <a:off x="2490247" y="2416191"/>
            <a:ext cx="7211505" cy="515623"/>
          </a:xfrm>
          <a:prstGeom prst="flowChartAlternateProcess">
            <a:avLst/>
          </a:prstGeom>
          <a:solidFill>
            <a:srgbClr val="181818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>
              <a:lnSpc>
                <a:spcPct val="130000"/>
              </a:lnSpc>
            </a:pPr>
            <a:r>
              <a:rPr lang="en-US" altLang="ko-KR" sz="1200">
                <a:solidFill>
                  <a:srgbClr val="FCFCFC"/>
                </a:solidFill>
                <a:latin typeface="Consolas" panose="020B0609020204030204" pitchFamily="49" charset="0"/>
                <a:ea typeface="Noto Sans KR" panose="020B0200000000000000" pitchFamily="50" charset="-127"/>
              </a:rPr>
              <a:t> Mesh → Bone </a:t>
            </a:r>
            <a:r>
              <a:rPr lang="ko-KR" altLang="en-US" sz="1200">
                <a:solidFill>
                  <a:srgbClr val="FCFCFC"/>
                </a:solidFill>
                <a:latin typeface="Consolas" panose="020B0609020204030204" pitchFamily="49" charset="0"/>
                <a:ea typeface="Noto Sans KR" panose="020B0200000000000000" pitchFamily="50" charset="-127"/>
              </a:rPr>
              <a:t>변환</a:t>
            </a:r>
            <a:endParaRPr lang="en-US" altLang="ko-KR" sz="1200">
              <a:solidFill>
                <a:srgbClr val="FCFCFC"/>
              </a:solidFill>
              <a:latin typeface="Consolas" panose="020B0609020204030204" pitchFamily="49" charset="0"/>
              <a:ea typeface="Noto Sans KR" panose="020B0200000000000000" pitchFamily="50" charset="-127"/>
            </a:endParaRPr>
          </a:p>
        </p:txBody>
      </p:sp>
      <p:pic>
        <p:nvPicPr>
          <p:cNvPr id="24" name="그림 23">
            <a:extLst>
              <a:ext uri="{FF2B5EF4-FFF2-40B4-BE49-F238E27FC236}">
                <a16:creationId xmlns:a16="http://schemas.microsoft.com/office/drawing/2014/main" id="{1BF27D13-1B36-0DEF-810D-60E2FBAC94C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92122" y="2585787"/>
            <a:ext cx="182963" cy="176429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7F15CC1F-A8A8-F8E4-3FF0-18941C1178A5}"/>
              </a:ext>
            </a:extLst>
          </p:cNvPr>
          <p:cNvSpPr txBox="1"/>
          <p:nvPr/>
        </p:nvSpPr>
        <p:spPr>
          <a:xfrm>
            <a:off x="2490243" y="3120014"/>
            <a:ext cx="7211505" cy="3520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ko-KR" altLang="en-US" sz="1400">
                <a:solidFill>
                  <a:srgbClr val="FCFCFC"/>
                </a:solidFill>
                <a:latin typeface="Aptos" panose="020B0004020202020204" pitchFamily="34" charset="0"/>
                <a:ea typeface="Noto Sans KR" panose="020B0200000000000000" pitchFamily="50" charset="-127"/>
              </a:rPr>
              <a:t>그래서 </a:t>
            </a:r>
            <a:r>
              <a:rPr lang="en-US" altLang="ko-KR" sz="1200">
                <a:solidFill>
                  <a:srgbClr val="FCFCFC"/>
                </a:solidFill>
                <a:latin typeface="Consolas" panose="020B0609020204030204" pitchFamily="49" charset="0"/>
                <a:ea typeface="Noto Sans KR" panose="020B0200000000000000" pitchFamily="50" charset="-127"/>
              </a:rPr>
              <a:t>BindPoseMatrix</a:t>
            </a:r>
            <a:r>
              <a:rPr lang="ko-KR" altLang="en-US" sz="1400">
                <a:solidFill>
                  <a:srgbClr val="FCFCFC"/>
                </a:solidFill>
                <a:latin typeface="Aptos" panose="020B0004020202020204" pitchFamily="34" charset="0"/>
                <a:ea typeface="Noto Sans KR" panose="020B0200000000000000" pitchFamily="50" charset="-127"/>
              </a:rPr>
              <a:t>의 역행렬을 구해줍니다</a:t>
            </a:r>
            <a:r>
              <a:rPr lang="en-US" altLang="ko-KR" sz="1400">
                <a:solidFill>
                  <a:srgbClr val="FCFCFC"/>
                </a:solidFill>
                <a:latin typeface="Aptos" panose="020B0004020202020204" pitchFamily="34" charset="0"/>
                <a:ea typeface="Noto Sans KR" panose="020B0200000000000000" pitchFamily="50" charset="-127"/>
              </a:rPr>
              <a:t>: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06EDBAC-520D-1EC8-D4DC-714591AA4315}"/>
              </a:ext>
            </a:extLst>
          </p:cNvPr>
          <p:cNvSpPr txBox="1"/>
          <p:nvPr/>
        </p:nvSpPr>
        <p:spPr>
          <a:xfrm>
            <a:off x="2490243" y="4926640"/>
            <a:ext cx="7211505" cy="3520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ko-KR" altLang="en-US" sz="1400">
                <a:solidFill>
                  <a:srgbClr val="FCFCFC"/>
                </a:solidFill>
                <a:latin typeface="Aptos" panose="020B0004020202020204" pitchFamily="34" charset="0"/>
                <a:ea typeface="Noto Sans KR" panose="020B0200000000000000" pitchFamily="50" charset="-127"/>
              </a:rPr>
              <a:t>이러면 모든 </a:t>
            </a:r>
            <a:r>
              <a:rPr lang="en-US" altLang="ko-KR" sz="1400">
                <a:solidFill>
                  <a:srgbClr val="FCFCFC"/>
                </a:solidFill>
                <a:latin typeface="Aptos" panose="020B0004020202020204" pitchFamily="34" charset="0"/>
                <a:ea typeface="Noto Sans KR" panose="020B0200000000000000" pitchFamily="50" charset="-127"/>
              </a:rPr>
              <a:t>Vertex</a:t>
            </a:r>
            <a:r>
              <a:rPr lang="ko-KR" altLang="en-US" sz="1400">
                <a:solidFill>
                  <a:srgbClr val="FCFCFC"/>
                </a:solidFill>
                <a:latin typeface="Aptos" panose="020B0004020202020204" pitchFamily="34" charset="0"/>
                <a:ea typeface="Noto Sans KR" panose="020B0200000000000000" pitchFamily="50" charset="-127"/>
              </a:rPr>
              <a:t>들을 각 </a:t>
            </a:r>
            <a:r>
              <a:rPr lang="en-US" altLang="ko-KR" sz="1400">
                <a:solidFill>
                  <a:srgbClr val="FCFCFC"/>
                </a:solidFill>
                <a:latin typeface="Aptos" panose="020B0004020202020204" pitchFamily="34" charset="0"/>
                <a:ea typeface="Noto Sans KR" panose="020B0200000000000000" pitchFamily="50" charset="-127"/>
              </a:rPr>
              <a:t>Bone Space</a:t>
            </a:r>
            <a:r>
              <a:rPr lang="ko-KR" altLang="en-US" sz="1400">
                <a:solidFill>
                  <a:srgbClr val="FCFCFC"/>
                </a:solidFill>
                <a:latin typeface="Aptos" panose="020B0004020202020204" pitchFamily="34" charset="0"/>
                <a:ea typeface="Noto Sans KR" panose="020B0200000000000000" pitchFamily="50" charset="-127"/>
              </a:rPr>
              <a:t>의 좌표로 치환할 수 있습니다</a:t>
            </a:r>
            <a:r>
              <a:rPr lang="en-US" altLang="ko-KR" sz="1400">
                <a:solidFill>
                  <a:srgbClr val="FCFCFC"/>
                </a:solidFill>
                <a:latin typeface="Aptos" panose="020B0004020202020204" pitchFamily="34" charset="0"/>
                <a:ea typeface="Noto Sans KR" panose="020B0200000000000000" pitchFamily="50" charset="-127"/>
              </a:rPr>
              <a:t>.</a:t>
            </a:r>
          </a:p>
        </p:txBody>
      </p:sp>
      <p:sp>
        <p:nvSpPr>
          <p:cNvPr id="35" name="순서도: 대체 처리 34">
            <a:extLst>
              <a:ext uri="{FF2B5EF4-FFF2-40B4-BE49-F238E27FC236}">
                <a16:creationId xmlns:a16="http://schemas.microsoft.com/office/drawing/2014/main" id="{5C796E03-3C02-F89A-5A25-0075206BC0AC}"/>
              </a:ext>
            </a:extLst>
          </p:cNvPr>
          <p:cNvSpPr/>
          <p:nvPr/>
        </p:nvSpPr>
        <p:spPr>
          <a:xfrm>
            <a:off x="2490247" y="6268537"/>
            <a:ext cx="7211505" cy="367646"/>
          </a:xfrm>
          <a:prstGeom prst="flowChartAlternateProcess">
            <a:avLst/>
          </a:prstGeom>
          <a:solidFill>
            <a:srgbClr val="141414"/>
          </a:solidFill>
          <a:ln w="6350">
            <a:solidFill>
              <a:srgbClr val="7B7B7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b"/>
          <a:lstStyle/>
          <a:p>
            <a:pPr>
              <a:lnSpc>
                <a:spcPct val="130000"/>
              </a:lnSpc>
            </a:pPr>
            <a:r>
              <a:rPr lang="en-US" altLang="ko-KR" sz="1600" b="1">
                <a:solidFill>
                  <a:srgbClr val="FCFCFC"/>
                </a:solidFill>
                <a:latin typeface="Aptos"/>
                <a:ea typeface="맑은 고딕"/>
              </a:rPr>
              <a:t> +</a:t>
            </a:r>
            <a:r>
              <a:rPr lang="en-US" altLang="ko-KR" sz="1100" b="1">
                <a:solidFill>
                  <a:srgbClr val="454545"/>
                </a:solidFill>
                <a:latin typeface="Aptos"/>
                <a:ea typeface="맑은 고딕"/>
              </a:rPr>
              <a:t>    </a:t>
            </a:r>
            <a:r>
              <a:rPr lang="en-US" altLang="ko-KR" sz="1400">
                <a:solidFill>
                  <a:srgbClr val="7B7B7B"/>
                </a:solidFill>
                <a:latin typeface="Aptos"/>
                <a:ea typeface="맑은 고딕"/>
              </a:rPr>
              <a:t>Ask “What is skeletal mesh?”</a:t>
            </a:r>
            <a:endParaRPr lang="ko-KR" altLang="en-US" sz="1100">
              <a:solidFill>
                <a:srgbClr val="7B7B7B"/>
              </a:solidFill>
              <a:latin typeface="Aptos"/>
              <a:ea typeface="맑은 고딕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107F0D8-30DC-CC44-8826-E7D0283C330A}"/>
              </a:ext>
            </a:extLst>
          </p:cNvPr>
          <p:cNvSpPr txBox="1"/>
          <p:nvPr/>
        </p:nvSpPr>
        <p:spPr>
          <a:xfrm>
            <a:off x="8636113" y="6306161"/>
            <a:ext cx="5619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>
                <a:solidFill>
                  <a:srgbClr val="FCFCFC"/>
                </a:solidFill>
                <a:latin typeface="Aptos" panose="020B0004020202020204" pitchFamily="34" charset="0"/>
              </a:rPr>
              <a:t>Pro</a:t>
            </a:r>
            <a:endParaRPr lang="ko-KR" altLang="en-US" sz="1200">
              <a:solidFill>
                <a:srgbClr val="FCFCFC"/>
              </a:solidFill>
              <a:latin typeface="Aptos" panose="020B0004020202020204" pitchFamily="34" charset="0"/>
            </a:endParaRPr>
          </a:p>
        </p:txBody>
      </p:sp>
      <p:pic>
        <p:nvPicPr>
          <p:cNvPr id="37" name="그림 36">
            <a:extLst>
              <a:ext uri="{FF2B5EF4-FFF2-40B4-BE49-F238E27FC236}">
                <a16:creationId xmlns:a16="http://schemas.microsoft.com/office/drawing/2014/main" id="{BD470CB9-4613-6787-5105-FBF3906BF03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62966" y="6313856"/>
            <a:ext cx="224238" cy="261611"/>
          </a:xfrm>
          <a:prstGeom prst="rect">
            <a:avLst/>
          </a:prstGeom>
        </p:spPr>
      </p:pic>
      <p:pic>
        <p:nvPicPr>
          <p:cNvPr id="38" name="그림 37">
            <a:extLst>
              <a:ext uri="{FF2B5EF4-FFF2-40B4-BE49-F238E27FC236}">
                <a16:creationId xmlns:a16="http://schemas.microsoft.com/office/drawing/2014/main" id="{CF60C933-B8BE-0987-7538-39277FBFF05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52562" y="6395234"/>
            <a:ext cx="123842" cy="133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22246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B3979F-EA4F-2D44-9892-0A533330F8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B40BD1AD-9590-4343-A086-070C05A77D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47205" y="97434"/>
            <a:ext cx="219106" cy="257211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79FEE797-318C-7268-E1DB-6DE69EE1E9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690" y="97435"/>
            <a:ext cx="609576" cy="609576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092ACEC6-29BF-E95A-153B-A9387C7F1E7C}"/>
              </a:ext>
            </a:extLst>
          </p:cNvPr>
          <p:cNvSpPr txBox="1"/>
          <p:nvPr/>
        </p:nvSpPr>
        <p:spPr>
          <a:xfrm>
            <a:off x="2490245" y="707011"/>
            <a:ext cx="7211505" cy="19924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ko-KR" altLang="en-US" sz="1400">
                <a:solidFill>
                  <a:srgbClr val="FCFCFC"/>
                </a:solidFill>
                <a:latin typeface="Aptos" panose="020B0004020202020204" pitchFamily="34" charset="0"/>
                <a:ea typeface="Noto Sans KR" panose="020B0200000000000000" pitchFamily="50" charset="-127"/>
              </a:rPr>
              <a:t>이제 우리가 필요한 건 각 </a:t>
            </a:r>
            <a:r>
              <a:rPr lang="en-US" altLang="ko-KR" sz="1400">
                <a:solidFill>
                  <a:srgbClr val="FCFCFC"/>
                </a:solidFill>
                <a:latin typeface="Aptos" panose="020B0004020202020204" pitchFamily="34" charset="0"/>
                <a:ea typeface="Noto Sans KR" panose="020B0200000000000000" pitchFamily="50" charset="-127"/>
              </a:rPr>
              <a:t>Bone Space</a:t>
            </a:r>
            <a:r>
              <a:rPr lang="ko-KR" altLang="en-US" sz="1400">
                <a:solidFill>
                  <a:srgbClr val="FCFCFC"/>
                </a:solidFill>
                <a:latin typeface="Aptos" panose="020B0004020202020204" pitchFamily="34" charset="0"/>
                <a:ea typeface="Noto Sans KR" panose="020B0200000000000000" pitchFamily="50" charset="-127"/>
              </a:rPr>
              <a:t>에 존재하는 </a:t>
            </a:r>
            <a:r>
              <a:rPr lang="en-US" altLang="ko-KR" sz="1400">
                <a:solidFill>
                  <a:srgbClr val="FCFCFC"/>
                </a:solidFill>
                <a:latin typeface="Aptos" panose="020B0004020202020204" pitchFamily="34" charset="0"/>
                <a:ea typeface="Noto Sans KR" panose="020B0200000000000000" pitchFamily="50" charset="-127"/>
              </a:rPr>
              <a:t>Vertex</a:t>
            </a:r>
            <a:r>
              <a:rPr lang="ko-KR" altLang="en-US" sz="1400">
                <a:solidFill>
                  <a:srgbClr val="FCFCFC"/>
                </a:solidFill>
                <a:latin typeface="Aptos" panose="020B0004020202020204" pitchFamily="34" charset="0"/>
                <a:ea typeface="Noto Sans KR" panose="020B0200000000000000" pitchFamily="50" charset="-127"/>
              </a:rPr>
              <a:t>들에 </a:t>
            </a:r>
            <a:r>
              <a:rPr lang="en-US" altLang="ko-KR" sz="1400">
                <a:solidFill>
                  <a:srgbClr val="FCFCFC"/>
                </a:solidFill>
                <a:latin typeface="Aptos" panose="020B0004020202020204" pitchFamily="34" charset="0"/>
                <a:ea typeface="Noto Sans KR" panose="020B0200000000000000" pitchFamily="50" charset="-127"/>
              </a:rPr>
              <a:t>Current Pose</a:t>
            </a:r>
            <a:r>
              <a:rPr lang="ko-KR" altLang="en-US" sz="1400">
                <a:solidFill>
                  <a:srgbClr val="FCFCFC"/>
                </a:solidFill>
                <a:latin typeface="Aptos" panose="020B0004020202020204" pitchFamily="34" charset="0"/>
                <a:ea typeface="Noto Sans KR" panose="020B0200000000000000" pitchFamily="50" charset="-127"/>
              </a:rPr>
              <a:t>를 적용해서 다시 </a:t>
            </a:r>
            <a:r>
              <a:rPr lang="en-US" altLang="ko-KR" sz="1400">
                <a:solidFill>
                  <a:srgbClr val="FCFCFC"/>
                </a:solidFill>
                <a:latin typeface="Aptos" panose="020B0004020202020204" pitchFamily="34" charset="0"/>
                <a:ea typeface="Noto Sans KR" panose="020B0200000000000000" pitchFamily="50" charset="-127"/>
              </a:rPr>
              <a:t>Mesh Space</a:t>
            </a:r>
            <a:r>
              <a:rPr lang="ko-KR" altLang="en-US" sz="1400">
                <a:solidFill>
                  <a:srgbClr val="FCFCFC"/>
                </a:solidFill>
                <a:latin typeface="Aptos" panose="020B0004020202020204" pitchFamily="34" charset="0"/>
                <a:ea typeface="Noto Sans KR" panose="020B0200000000000000" pitchFamily="50" charset="-127"/>
              </a:rPr>
              <a:t>로 보내는 겁니다</a:t>
            </a:r>
            <a:r>
              <a:rPr lang="en-US" altLang="ko-KR" sz="1400">
                <a:solidFill>
                  <a:srgbClr val="FCFCFC"/>
                </a:solidFill>
                <a:latin typeface="Aptos" panose="020B0004020202020204" pitchFamily="34" charset="0"/>
                <a:ea typeface="Noto Sans KR" panose="020B0200000000000000" pitchFamily="50" charset="-127"/>
              </a:rPr>
              <a:t>. </a:t>
            </a:r>
            <a:r>
              <a:rPr lang="ko-KR" altLang="en-US" sz="1400">
                <a:solidFill>
                  <a:srgbClr val="FCFCFC"/>
                </a:solidFill>
                <a:latin typeface="Aptos" panose="020B0004020202020204" pitchFamily="34" charset="0"/>
                <a:ea typeface="Noto Sans KR" panose="020B0200000000000000" pitchFamily="50" charset="-127"/>
              </a:rPr>
              <a:t>이를 위해서는 </a:t>
            </a:r>
            <a:r>
              <a:rPr lang="en-US" altLang="ko-KR" sz="1200">
                <a:solidFill>
                  <a:srgbClr val="FCFCFC"/>
                </a:solidFill>
                <a:latin typeface="Consolas" panose="020B0609020204030204" pitchFamily="49" charset="0"/>
                <a:ea typeface="Noto Sans KR" panose="020B0200000000000000" pitchFamily="50" charset="-127"/>
              </a:rPr>
              <a:t>CurrentBoneTransform</a:t>
            </a:r>
            <a:r>
              <a:rPr lang="ko-KR" altLang="en-US" sz="1400">
                <a:solidFill>
                  <a:srgbClr val="FCFCFC"/>
                </a:solidFill>
                <a:latin typeface="Aptos" panose="020B0004020202020204" pitchFamily="34" charset="0"/>
                <a:ea typeface="Noto Sans KR" panose="020B0200000000000000" pitchFamily="50" charset="-127"/>
              </a:rPr>
              <a:t>이 필요합니다</a:t>
            </a:r>
            <a:r>
              <a:rPr lang="en-US" altLang="ko-KR" sz="1400">
                <a:solidFill>
                  <a:srgbClr val="FCFCFC"/>
                </a:solidFill>
                <a:latin typeface="Aptos" panose="020B0004020202020204" pitchFamily="34" charset="0"/>
                <a:ea typeface="Noto Sans KR" panose="020B0200000000000000" pitchFamily="50" charset="-127"/>
              </a:rPr>
              <a:t>.</a:t>
            </a:r>
          </a:p>
          <a:p>
            <a:pPr>
              <a:lnSpc>
                <a:spcPct val="130000"/>
              </a:lnSpc>
            </a:pPr>
            <a:endParaRPr lang="en-US" altLang="ko-KR" sz="1400">
              <a:solidFill>
                <a:srgbClr val="FCFCFC"/>
              </a:solidFill>
              <a:latin typeface="Aptos" panose="020B0004020202020204" pitchFamily="34" charset="0"/>
              <a:ea typeface="Noto Sans KR" panose="020B0200000000000000" pitchFamily="50" charset="-127"/>
            </a:endParaRPr>
          </a:p>
          <a:p>
            <a:pPr>
              <a:lnSpc>
                <a:spcPct val="130000"/>
              </a:lnSpc>
            </a:pPr>
            <a:r>
              <a:rPr lang="en-US" altLang="ko-KR" sz="1400">
                <a:solidFill>
                  <a:srgbClr val="FCFCFC"/>
                </a:solidFill>
                <a:latin typeface="Aptos" panose="020B0004020202020204" pitchFamily="34" charset="0"/>
                <a:ea typeface="Noto Sans KR" panose="020B0200000000000000" pitchFamily="50" charset="-127"/>
              </a:rPr>
              <a:t>Animation</a:t>
            </a:r>
            <a:r>
              <a:rPr lang="ko-KR" altLang="en-US" sz="1400">
                <a:solidFill>
                  <a:srgbClr val="FCFCFC"/>
                </a:solidFill>
                <a:latin typeface="Aptos" panose="020B0004020202020204" pitchFamily="34" charset="0"/>
                <a:ea typeface="Noto Sans KR" panose="020B0200000000000000" pitchFamily="50" charset="-127"/>
              </a:rPr>
              <a:t>은 </a:t>
            </a:r>
            <a:r>
              <a:rPr lang="en-US" altLang="ko-KR" sz="1400">
                <a:solidFill>
                  <a:srgbClr val="FCFCFC"/>
                </a:solidFill>
                <a:latin typeface="Aptos" panose="020B0004020202020204" pitchFamily="34" charset="0"/>
                <a:ea typeface="Noto Sans KR" panose="020B0200000000000000" pitchFamily="50" charset="-127"/>
              </a:rPr>
              <a:t>Bone</a:t>
            </a:r>
            <a:r>
              <a:rPr lang="ko-KR" altLang="en-US" sz="1400">
                <a:solidFill>
                  <a:srgbClr val="FCFCFC"/>
                </a:solidFill>
                <a:latin typeface="Aptos" panose="020B0004020202020204" pitchFamily="34" charset="0"/>
                <a:ea typeface="Noto Sans KR" panose="020B0200000000000000" pitchFamily="50" charset="-127"/>
              </a:rPr>
              <a:t>의 </a:t>
            </a:r>
            <a:r>
              <a:rPr lang="en-US" altLang="ko-KR" sz="1400">
                <a:solidFill>
                  <a:srgbClr val="FCFCFC"/>
                </a:solidFill>
                <a:latin typeface="Aptos" panose="020B0004020202020204" pitchFamily="34" charset="0"/>
                <a:ea typeface="Noto Sans KR" panose="020B0200000000000000" pitchFamily="50" charset="-127"/>
              </a:rPr>
              <a:t>Local Motion</a:t>
            </a:r>
            <a:r>
              <a:rPr lang="ko-KR" altLang="en-US" sz="1400">
                <a:solidFill>
                  <a:srgbClr val="FCFCFC"/>
                </a:solidFill>
                <a:latin typeface="Aptos" panose="020B0004020202020204" pitchFamily="34" charset="0"/>
                <a:ea typeface="Noto Sans KR" panose="020B0200000000000000" pitchFamily="50" charset="-127"/>
              </a:rPr>
              <a:t>만 저장하고</a:t>
            </a:r>
            <a:r>
              <a:rPr lang="en-US" altLang="ko-KR" sz="1400">
                <a:solidFill>
                  <a:srgbClr val="FCFCFC"/>
                </a:solidFill>
                <a:latin typeface="Aptos" panose="020B0004020202020204" pitchFamily="34" charset="0"/>
                <a:ea typeface="Noto Sans KR" panose="020B0200000000000000" pitchFamily="50" charset="-127"/>
              </a:rPr>
              <a:t>, Runtime</a:t>
            </a:r>
            <a:r>
              <a:rPr lang="ko-KR" altLang="en-US" sz="1400">
                <a:solidFill>
                  <a:srgbClr val="FCFCFC"/>
                </a:solidFill>
                <a:latin typeface="Aptos" panose="020B0004020202020204" pitchFamily="34" charset="0"/>
                <a:ea typeface="Noto Sans KR" panose="020B0200000000000000" pitchFamily="50" charset="-127"/>
              </a:rPr>
              <a:t>에서는 이를 계층적으로 누적해 </a:t>
            </a:r>
            <a:r>
              <a:rPr lang="en-US" altLang="ko-KR" sz="1200">
                <a:solidFill>
                  <a:srgbClr val="FCFCFC"/>
                </a:solidFill>
                <a:latin typeface="Consolas" panose="020B0609020204030204" pitchFamily="49" charset="0"/>
                <a:ea typeface="Noto Sans KR" panose="020B0200000000000000" pitchFamily="50" charset="-127"/>
              </a:rPr>
              <a:t>CurrentBoneTransform</a:t>
            </a:r>
            <a:r>
              <a:rPr lang="ko-KR" altLang="en-US" sz="1400">
                <a:solidFill>
                  <a:srgbClr val="FCFCFC"/>
                </a:solidFill>
                <a:latin typeface="Aptos" panose="020B0004020202020204" pitchFamily="34" charset="0"/>
                <a:ea typeface="Noto Sans KR" panose="020B0200000000000000" pitchFamily="50" charset="-127"/>
              </a:rPr>
              <a:t>을 계산합니다</a:t>
            </a:r>
            <a:r>
              <a:rPr lang="en-US" altLang="ko-KR" sz="1400">
                <a:solidFill>
                  <a:srgbClr val="FCFCFC"/>
                </a:solidFill>
                <a:latin typeface="Aptos" panose="020B0004020202020204" pitchFamily="34" charset="0"/>
                <a:ea typeface="Noto Sans KR" panose="020B0200000000000000" pitchFamily="50" charset="-127"/>
              </a:rPr>
              <a:t>.</a:t>
            </a:r>
          </a:p>
          <a:p>
            <a:pPr>
              <a:lnSpc>
                <a:spcPct val="130000"/>
              </a:lnSpc>
            </a:pPr>
            <a:endParaRPr lang="en-US" altLang="ko-KR" sz="1400">
              <a:solidFill>
                <a:srgbClr val="FCFCFC"/>
              </a:solidFill>
              <a:latin typeface="Aptos" panose="020B0004020202020204" pitchFamily="34" charset="0"/>
              <a:ea typeface="Noto Sans KR" panose="020B0200000000000000" pitchFamily="50" charset="-127"/>
            </a:endParaRPr>
          </a:p>
          <a:p>
            <a:pPr>
              <a:lnSpc>
                <a:spcPct val="130000"/>
              </a:lnSpc>
            </a:pPr>
            <a:r>
              <a:rPr lang="en-US" altLang="ko-KR" sz="1200">
                <a:solidFill>
                  <a:srgbClr val="FCFCFC"/>
                </a:solidFill>
                <a:latin typeface="Consolas" panose="020B0609020204030204" pitchFamily="49" charset="0"/>
                <a:ea typeface="Noto Sans KR" panose="020B0200000000000000" pitchFamily="50" charset="-127"/>
              </a:rPr>
              <a:t>ChildGlobal = ChildLocal * ParentGlobal</a:t>
            </a:r>
          </a:p>
        </p:txBody>
      </p:sp>
      <p:sp>
        <p:nvSpPr>
          <p:cNvPr id="2" name="순서도: 대체 처리 1">
            <a:extLst>
              <a:ext uri="{FF2B5EF4-FFF2-40B4-BE49-F238E27FC236}">
                <a16:creationId xmlns:a16="http://schemas.microsoft.com/office/drawing/2014/main" id="{8EA05819-691C-42AE-FC33-027579F74EF2}"/>
              </a:ext>
            </a:extLst>
          </p:cNvPr>
          <p:cNvSpPr/>
          <p:nvPr/>
        </p:nvSpPr>
        <p:spPr>
          <a:xfrm>
            <a:off x="2490247" y="6268537"/>
            <a:ext cx="7211505" cy="367646"/>
          </a:xfrm>
          <a:prstGeom prst="flowChartAlternateProcess">
            <a:avLst/>
          </a:prstGeom>
          <a:solidFill>
            <a:srgbClr val="141414"/>
          </a:solidFill>
          <a:ln w="6350">
            <a:solidFill>
              <a:srgbClr val="7B7B7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b"/>
          <a:lstStyle/>
          <a:p>
            <a:pPr>
              <a:lnSpc>
                <a:spcPct val="130000"/>
              </a:lnSpc>
            </a:pPr>
            <a:r>
              <a:rPr lang="en-US" altLang="ko-KR" sz="1600" b="1">
                <a:solidFill>
                  <a:srgbClr val="FCFCFC"/>
                </a:solidFill>
                <a:latin typeface="Aptos"/>
                <a:ea typeface="맑은 고딕"/>
              </a:rPr>
              <a:t> +</a:t>
            </a:r>
            <a:r>
              <a:rPr lang="en-US" altLang="ko-KR" sz="1100" b="1">
                <a:solidFill>
                  <a:srgbClr val="454545"/>
                </a:solidFill>
                <a:latin typeface="Aptos"/>
                <a:ea typeface="맑은 고딕"/>
              </a:rPr>
              <a:t>    </a:t>
            </a:r>
            <a:r>
              <a:rPr lang="en-US" altLang="ko-KR" sz="1400">
                <a:solidFill>
                  <a:srgbClr val="7B7B7B"/>
                </a:solidFill>
                <a:latin typeface="Aptos"/>
                <a:ea typeface="맑은 고딕"/>
              </a:rPr>
              <a:t>Ask “What is skeletal mesh?”</a:t>
            </a:r>
            <a:endParaRPr lang="ko-KR" altLang="en-US" sz="1100">
              <a:solidFill>
                <a:srgbClr val="7B7B7B"/>
              </a:solidFill>
              <a:latin typeface="Aptos"/>
              <a:ea typeface="맑은 고딕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E38ED4D-4D7C-41AB-5D95-1FBBFE22E994}"/>
              </a:ext>
            </a:extLst>
          </p:cNvPr>
          <p:cNvSpPr txBox="1"/>
          <p:nvPr/>
        </p:nvSpPr>
        <p:spPr>
          <a:xfrm>
            <a:off x="8636113" y="6306161"/>
            <a:ext cx="5619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>
                <a:solidFill>
                  <a:srgbClr val="FCFCFC"/>
                </a:solidFill>
                <a:latin typeface="Aptos" panose="020B0004020202020204" pitchFamily="34" charset="0"/>
              </a:rPr>
              <a:t>Pro</a:t>
            </a:r>
            <a:endParaRPr lang="ko-KR" altLang="en-US" sz="1200">
              <a:solidFill>
                <a:srgbClr val="FCFCFC"/>
              </a:solidFill>
              <a:latin typeface="Aptos" panose="020B0004020202020204" pitchFamily="34" charset="0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415D2516-C8BD-AB12-B0C4-693DA84330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62966" y="6313856"/>
            <a:ext cx="224238" cy="261611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2C113D00-A9B6-7535-FB77-B89296EAA3E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52562" y="6395234"/>
            <a:ext cx="123842" cy="133369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9C01854D-1BAD-3187-F848-6A92980945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0245" y="2882018"/>
            <a:ext cx="4502848" cy="3245838"/>
          </a:xfrm>
          <a:prstGeom prst="round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타원 13">
            <a:extLst>
              <a:ext uri="{FF2B5EF4-FFF2-40B4-BE49-F238E27FC236}">
                <a16:creationId xmlns:a16="http://schemas.microsoft.com/office/drawing/2014/main" id="{12B929C1-350D-DE21-B61A-2C22A1ECE514}"/>
              </a:ext>
            </a:extLst>
          </p:cNvPr>
          <p:cNvSpPr/>
          <p:nvPr/>
        </p:nvSpPr>
        <p:spPr>
          <a:xfrm>
            <a:off x="2921006" y="5855096"/>
            <a:ext cx="223669" cy="230838"/>
          </a:xfrm>
          <a:prstGeom prst="ellipse">
            <a:avLst/>
          </a:prstGeom>
          <a:solidFill>
            <a:srgbClr val="090A0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latin typeface="Aptos" panose="020B0004020202020204" pitchFamily="34" charset="0"/>
            </a:endParaRPr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E36A2AF4-C952-477A-FDD0-6B1FF59AA506}"/>
              </a:ext>
            </a:extLst>
          </p:cNvPr>
          <p:cNvSpPr/>
          <p:nvPr/>
        </p:nvSpPr>
        <p:spPr>
          <a:xfrm>
            <a:off x="3316335" y="5855096"/>
            <a:ext cx="223669" cy="230838"/>
          </a:xfrm>
          <a:prstGeom prst="ellipse">
            <a:avLst/>
          </a:prstGeom>
          <a:solidFill>
            <a:srgbClr val="090A0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latin typeface="Aptos" panose="020B0004020202020204" pitchFamily="34" charset="0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9A847FC5-DBD4-B33D-99E0-82729D026724}"/>
              </a:ext>
            </a:extLst>
          </p:cNvPr>
          <p:cNvSpPr/>
          <p:nvPr/>
        </p:nvSpPr>
        <p:spPr>
          <a:xfrm>
            <a:off x="3030377" y="5855097"/>
            <a:ext cx="397837" cy="230838"/>
          </a:xfrm>
          <a:prstGeom prst="rect">
            <a:avLst/>
          </a:prstGeom>
          <a:solidFill>
            <a:srgbClr val="090A0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latin typeface="Aptos" panose="020B0004020202020204" pitchFamily="34" charset="0"/>
              </a:rPr>
              <a:t>Edit</a:t>
            </a:r>
            <a:endParaRPr lang="ko-KR" altLang="en-US" sz="1000">
              <a:latin typeface="Aptos" panose="020B0004020202020204" pitchFamily="34" charset="0"/>
            </a:endParaRPr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D77187BB-7694-2860-F208-BF673EA602C6}"/>
              </a:ext>
            </a:extLst>
          </p:cNvPr>
          <p:cNvSpPr/>
          <p:nvPr/>
        </p:nvSpPr>
        <p:spPr>
          <a:xfrm>
            <a:off x="6303164" y="5805259"/>
            <a:ext cx="281786" cy="280675"/>
          </a:xfrm>
          <a:prstGeom prst="ellipse">
            <a:avLst/>
          </a:prstGeom>
          <a:solidFill>
            <a:srgbClr val="090A0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latin typeface="Aptos" panose="020B0004020202020204" pitchFamily="34" charset="0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0F1A0A2E-CAE6-DDFC-8852-3AF4BD7C592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58320" y="5855096"/>
            <a:ext cx="171474" cy="1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79706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B8968E-C145-C71B-FE74-55565D9DF3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5973337F-8DC7-5638-BF70-454B0E3576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47205" y="97434"/>
            <a:ext cx="219106" cy="257211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C8B3AA5C-A060-BAEA-4612-54A4EADE11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690" y="97435"/>
            <a:ext cx="609576" cy="609576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B4085905-BF21-23BD-267A-6128734BDA7B}"/>
              </a:ext>
            </a:extLst>
          </p:cNvPr>
          <p:cNvSpPr txBox="1"/>
          <p:nvPr/>
        </p:nvSpPr>
        <p:spPr>
          <a:xfrm>
            <a:off x="2490245" y="707011"/>
            <a:ext cx="7211505" cy="6306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ko-KR" altLang="en-US" sz="1400">
                <a:solidFill>
                  <a:srgbClr val="FCFCFC"/>
                </a:solidFill>
                <a:latin typeface="Aptos" panose="020B0004020202020204" pitchFamily="34" charset="0"/>
                <a:ea typeface="Noto Sans KR" panose="020B0200000000000000" pitchFamily="50" charset="-127"/>
              </a:rPr>
              <a:t>이렇게 계산된 </a:t>
            </a:r>
            <a:r>
              <a:rPr lang="en-US" altLang="ko-KR" sz="1200">
                <a:solidFill>
                  <a:srgbClr val="FCFCFC"/>
                </a:solidFill>
                <a:latin typeface="Consolas" panose="020B0609020204030204" pitchFamily="49" charset="0"/>
                <a:ea typeface="Noto Sans KR" panose="020B0200000000000000" pitchFamily="50" charset="-127"/>
              </a:rPr>
              <a:t>CurrentBoneTransform(Bone Global Transform)</a:t>
            </a:r>
            <a:r>
              <a:rPr lang="ko-KR" altLang="en-US" sz="1400">
                <a:solidFill>
                  <a:srgbClr val="FCFCFC"/>
                </a:solidFill>
                <a:latin typeface="Aptos" panose="020B0004020202020204" pitchFamily="34" charset="0"/>
                <a:ea typeface="Noto Sans KR" panose="020B0200000000000000" pitchFamily="50" charset="-127"/>
              </a:rPr>
              <a:t>은 현재 프레임에서 </a:t>
            </a:r>
            <a:r>
              <a:rPr lang="en-US" altLang="ko-KR" sz="1400">
                <a:solidFill>
                  <a:srgbClr val="FCFCFC"/>
                </a:solidFill>
                <a:latin typeface="Aptos" panose="020B0004020202020204" pitchFamily="34" charset="0"/>
                <a:ea typeface="Noto Sans KR" panose="020B0200000000000000" pitchFamily="50" charset="-127"/>
              </a:rPr>
              <a:t>Bone</a:t>
            </a:r>
            <a:r>
              <a:rPr lang="ko-KR" altLang="en-US" sz="1400">
                <a:solidFill>
                  <a:srgbClr val="FCFCFC"/>
                </a:solidFill>
                <a:latin typeface="Aptos" panose="020B0004020202020204" pitchFamily="34" charset="0"/>
                <a:ea typeface="Noto Sans KR" panose="020B0200000000000000" pitchFamily="50" charset="-127"/>
              </a:rPr>
              <a:t>이 </a:t>
            </a:r>
            <a:r>
              <a:rPr lang="en-US" altLang="ko-KR" sz="1400">
                <a:solidFill>
                  <a:srgbClr val="FCFCFC"/>
                </a:solidFill>
                <a:latin typeface="Aptos" panose="020B0004020202020204" pitchFamily="34" charset="0"/>
                <a:ea typeface="Noto Sans KR" panose="020B0200000000000000" pitchFamily="50" charset="-127"/>
              </a:rPr>
              <a:t>Mesh </a:t>
            </a:r>
            <a:r>
              <a:rPr lang="ko-KR" altLang="en-US" sz="1400">
                <a:solidFill>
                  <a:srgbClr val="FCFCFC"/>
                </a:solidFill>
                <a:latin typeface="Aptos" panose="020B0004020202020204" pitchFamily="34" charset="0"/>
                <a:ea typeface="Noto Sans KR" panose="020B0200000000000000" pitchFamily="50" charset="-127"/>
              </a:rPr>
              <a:t>기준 어디에 있는지를 나타냅니다</a:t>
            </a:r>
            <a:r>
              <a:rPr lang="en-US" altLang="ko-KR" sz="1400">
                <a:solidFill>
                  <a:srgbClr val="FCFCFC"/>
                </a:solidFill>
                <a:latin typeface="Aptos" panose="020B0004020202020204" pitchFamily="34" charset="0"/>
                <a:ea typeface="Noto Sans KR" panose="020B0200000000000000" pitchFamily="50" charset="-127"/>
              </a:rPr>
              <a:t>.</a:t>
            </a:r>
          </a:p>
        </p:txBody>
      </p:sp>
      <p:sp>
        <p:nvSpPr>
          <p:cNvPr id="2" name="순서도: 대체 처리 1">
            <a:extLst>
              <a:ext uri="{FF2B5EF4-FFF2-40B4-BE49-F238E27FC236}">
                <a16:creationId xmlns:a16="http://schemas.microsoft.com/office/drawing/2014/main" id="{1C2BE174-FF29-9E13-1825-A5099E593E28}"/>
              </a:ext>
            </a:extLst>
          </p:cNvPr>
          <p:cNvSpPr/>
          <p:nvPr/>
        </p:nvSpPr>
        <p:spPr>
          <a:xfrm>
            <a:off x="2490247" y="6268537"/>
            <a:ext cx="7211505" cy="367646"/>
          </a:xfrm>
          <a:prstGeom prst="flowChartAlternateProcess">
            <a:avLst/>
          </a:prstGeom>
          <a:solidFill>
            <a:srgbClr val="141414"/>
          </a:solidFill>
          <a:ln w="6350">
            <a:solidFill>
              <a:srgbClr val="7B7B7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b"/>
          <a:lstStyle/>
          <a:p>
            <a:pPr>
              <a:lnSpc>
                <a:spcPct val="130000"/>
              </a:lnSpc>
            </a:pPr>
            <a:r>
              <a:rPr lang="en-US" altLang="ko-KR" sz="1600" b="1">
                <a:solidFill>
                  <a:srgbClr val="FCFCFC"/>
                </a:solidFill>
                <a:latin typeface="Aptos"/>
                <a:ea typeface="맑은 고딕"/>
              </a:rPr>
              <a:t> +</a:t>
            </a:r>
            <a:r>
              <a:rPr lang="en-US" altLang="ko-KR" sz="1100" b="1">
                <a:solidFill>
                  <a:srgbClr val="454545"/>
                </a:solidFill>
                <a:latin typeface="Aptos"/>
                <a:ea typeface="맑은 고딕"/>
              </a:rPr>
              <a:t>    </a:t>
            </a:r>
            <a:r>
              <a:rPr lang="en-US" altLang="ko-KR" sz="1400">
                <a:solidFill>
                  <a:srgbClr val="7B7B7B"/>
                </a:solidFill>
                <a:latin typeface="Aptos"/>
                <a:ea typeface="맑은 고딕"/>
              </a:rPr>
              <a:t>Ask “What is skeletal mesh?”</a:t>
            </a:r>
            <a:endParaRPr lang="ko-KR" altLang="en-US" sz="1100">
              <a:solidFill>
                <a:srgbClr val="7B7B7B"/>
              </a:solidFill>
              <a:latin typeface="Aptos"/>
              <a:ea typeface="맑은 고딕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2089171-0EB8-2F01-B9AC-754FC82FBD5B}"/>
              </a:ext>
            </a:extLst>
          </p:cNvPr>
          <p:cNvSpPr txBox="1"/>
          <p:nvPr/>
        </p:nvSpPr>
        <p:spPr>
          <a:xfrm>
            <a:off x="8636113" y="6306161"/>
            <a:ext cx="5619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>
                <a:solidFill>
                  <a:srgbClr val="FCFCFC"/>
                </a:solidFill>
                <a:latin typeface="Aptos" panose="020B0004020202020204" pitchFamily="34" charset="0"/>
              </a:rPr>
              <a:t>Pro</a:t>
            </a:r>
            <a:endParaRPr lang="ko-KR" altLang="en-US" sz="1200">
              <a:solidFill>
                <a:srgbClr val="FCFCFC"/>
              </a:solidFill>
              <a:latin typeface="Aptos" panose="020B0004020202020204" pitchFamily="34" charset="0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F9EFC509-AE2B-2D9A-0264-6AD43CF193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62966" y="6313856"/>
            <a:ext cx="224238" cy="261611"/>
          </a:xfrm>
          <a:prstGeom prst="rect">
            <a:avLst/>
          </a:prstGeom>
        </p:spPr>
      </p:pic>
      <p:sp>
        <p:nvSpPr>
          <p:cNvPr id="18" name="순서도: 대체 처리 17">
            <a:extLst>
              <a:ext uri="{FF2B5EF4-FFF2-40B4-BE49-F238E27FC236}">
                <a16:creationId xmlns:a16="http://schemas.microsoft.com/office/drawing/2014/main" id="{8F2E74F3-63DC-5AFF-706B-E3F7B8A23084}"/>
              </a:ext>
            </a:extLst>
          </p:cNvPr>
          <p:cNvSpPr/>
          <p:nvPr/>
        </p:nvSpPr>
        <p:spPr>
          <a:xfrm>
            <a:off x="2490244" y="1566943"/>
            <a:ext cx="7211505" cy="1898174"/>
          </a:xfrm>
          <a:prstGeom prst="flowChartAlternateProcess">
            <a:avLst/>
          </a:prstGeom>
          <a:solidFill>
            <a:srgbClr val="181818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>
              <a:lnSpc>
                <a:spcPct val="130000"/>
              </a:lnSpc>
            </a:pPr>
            <a:r>
              <a:rPr lang="en-US" altLang="ko-KR" sz="1200">
                <a:solidFill>
                  <a:srgbClr val="FCFCFC"/>
                </a:solidFill>
                <a:latin typeface="Consolas" panose="020B0609020204030204" pitchFamily="49" charset="0"/>
                <a:ea typeface="Noto Sans KR" panose="020B0200000000000000" pitchFamily="50" charset="-127"/>
              </a:rPr>
              <a:t> </a:t>
            </a:r>
          </a:p>
          <a:p>
            <a:pPr>
              <a:lnSpc>
                <a:spcPct val="130000"/>
              </a:lnSpc>
            </a:pPr>
            <a:r>
              <a:rPr lang="en-US" altLang="ko-KR" sz="1200">
                <a:solidFill>
                  <a:srgbClr val="FCFCFC"/>
                </a:solidFill>
                <a:latin typeface="Consolas" panose="020B0609020204030204" pitchFamily="49" charset="0"/>
                <a:ea typeface="Noto Sans KR" panose="020B0200000000000000" pitchFamily="50" charset="-127"/>
              </a:rPr>
              <a:t> </a:t>
            </a:r>
            <a:r>
              <a:rPr lang="en-US" altLang="ko-KR" sz="1200">
                <a:solidFill>
                  <a:srgbClr val="6A9955"/>
                </a:solidFill>
                <a:latin typeface="Consolas" panose="020B0609020204030204" pitchFamily="49" charset="0"/>
                <a:ea typeface="Noto Sans KR" panose="020B0200000000000000" pitchFamily="50" charset="-127"/>
              </a:rPr>
              <a:t>// 1. Skinning Matrix</a:t>
            </a:r>
            <a:r>
              <a:rPr lang="ko-KR" altLang="en-US" sz="1200">
                <a:solidFill>
                  <a:srgbClr val="6A9955"/>
                </a:solidFill>
                <a:latin typeface="Consolas" panose="020B0609020204030204" pitchFamily="49" charset="0"/>
                <a:ea typeface="Noto Sans KR" panose="020B0200000000000000" pitchFamily="50" charset="-127"/>
              </a:rPr>
              <a:t> 계산 </a:t>
            </a:r>
            <a:r>
              <a:rPr lang="en-US" altLang="ko-KR" sz="1200">
                <a:solidFill>
                  <a:srgbClr val="6A9955"/>
                </a:solidFill>
                <a:latin typeface="Consolas" panose="020B0609020204030204" pitchFamily="49" charset="0"/>
                <a:ea typeface="Noto Sans KR" panose="020B0200000000000000" pitchFamily="50" charset="-127"/>
              </a:rPr>
              <a:t>(Bind Pose </a:t>
            </a:r>
            <a:r>
              <a:rPr lang="ko-KR" altLang="en-US" sz="1200">
                <a:solidFill>
                  <a:srgbClr val="6A9955"/>
                </a:solidFill>
                <a:latin typeface="Consolas" panose="020B0609020204030204" pitchFamily="49" charset="0"/>
                <a:ea typeface="Noto Sans KR" panose="020B0200000000000000" pitchFamily="50" charset="-127"/>
              </a:rPr>
              <a:t>정점을 현재 애니메이션 포즈로 변환</a:t>
            </a:r>
            <a:r>
              <a:rPr lang="en-US" altLang="ko-KR" sz="1200">
                <a:solidFill>
                  <a:srgbClr val="6A9955"/>
                </a:solidFill>
                <a:latin typeface="Consolas" panose="020B0609020204030204" pitchFamily="49" charset="0"/>
                <a:ea typeface="Noto Sans KR" panose="020B0200000000000000" pitchFamily="50" charset="-127"/>
              </a:rPr>
              <a:t>)</a:t>
            </a:r>
          </a:p>
          <a:p>
            <a:pPr>
              <a:lnSpc>
                <a:spcPct val="130000"/>
              </a:lnSpc>
            </a:pPr>
            <a:r>
              <a:rPr lang="en-US" altLang="ko-KR" sz="1200">
                <a:solidFill>
                  <a:srgbClr val="FCFCFC"/>
                </a:solidFill>
                <a:latin typeface="Consolas" panose="020B0609020204030204" pitchFamily="49" charset="0"/>
                <a:ea typeface="Noto Sans KR" panose="020B0200000000000000" pitchFamily="50" charset="-127"/>
              </a:rPr>
              <a:t> SkinningMatrix = </a:t>
            </a:r>
            <a:r>
              <a:rPr lang="en-US" altLang="ko-KR" sz="1200">
                <a:solidFill>
                  <a:srgbClr val="9CDCFE"/>
                </a:solidFill>
                <a:latin typeface="Consolas" panose="020B0609020204030204" pitchFamily="49" charset="0"/>
                <a:ea typeface="Noto Sans KR" panose="020B0200000000000000" pitchFamily="50" charset="-127"/>
              </a:rPr>
              <a:t>InverseBindPose</a:t>
            </a:r>
            <a:r>
              <a:rPr lang="en-US" altLang="ko-KR" sz="1200">
                <a:solidFill>
                  <a:srgbClr val="FCFCFC"/>
                </a:solidFill>
                <a:latin typeface="Consolas" panose="020B0609020204030204" pitchFamily="49" charset="0"/>
                <a:ea typeface="Noto Sans KR" panose="020B0200000000000000" pitchFamily="50" charset="-127"/>
              </a:rPr>
              <a:t>[</a:t>
            </a:r>
            <a:r>
              <a:rPr lang="en-US" altLang="ko-KR" sz="1200">
                <a:solidFill>
                  <a:srgbClr val="9CDCFE"/>
                </a:solidFill>
                <a:latin typeface="Consolas" panose="020B0609020204030204" pitchFamily="49" charset="0"/>
                <a:ea typeface="Noto Sans KR" panose="020B0200000000000000" pitchFamily="50" charset="-127"/>
              </a:rPr>
              <a:t>BoneIndex</a:t>
            </a:r>
            <a:r>
              <a:rPr lang="en-US" altLang="ko-KR" sz="1200">
                <a:solidFill>
                  <a:srgbClr val="FCFCFC"/>
                </a:solidFill>
                <a:latin typeface="Consolas" panose="020B0609020204030204" pitchFamily="49" charset="0"/>
                <a:ea typeface="Noto Sans KR" panose="020B0200000000000000" pitchFamily="50" charset="-127"/>
              </a:rPr>
              <a:t>] * </a:t>
            </a:r>
            <a:r>
              <a:rPr lang="en-US" altLang="ko-KR" sz="1200">
                <a:solidFill>
                  <a:srgbClr val="9CDCFE"/>
                </a:solidFill>
                <a:latin typeface="Consolas" panose="020B0609020204030204" pitchFamily="49" charset="0"/>
                <a:ea typeface="Noto Sans KR" panose="020B0200000000000000" pitchFamily="50" charset="-127"/>
              </a:rPr>
              <a:t>CurrentBoneTransform</a:t>
            </a:r>
            <a:r>
              <a:rPr lang="en-US" altLang="ko-KR" sz="1200">
                <a:solidFill>
                  <a:srgbClr val="FCFCFC"/>
                </a:solidFill>
                <a:latin typeface="Consolas" panose="020B0609020204030204" pitchFamily="49" charset="0"/>
                <a:ea typeface="Noto Sans KR" panose="020B0200000000000000" pitchFamily="50" charset="-127"/>
              </a:rPr>
              <a:t>[</a:t>
            </a:r>
            <a:r>
              <a:rPr lang="en-US" altLang="ko-KR" sz="1200">
                <a:solidFill>
                  <a:srgbClr val="9CDCFE"/>
                </a:solidFill>
                <a:latin typeface="Consolas" panose="020B0609020204030204" pitchFamily="49" charset="0"/>
                <a:ea typeface="Noto Sans KR" panose="020B0200000000000000" pitchFamily="50" charset="-127"/>
              </a:rPr>
              <a:t>BoneIndex</a:t>
            </a:r>
            <a:r>
              <a:rPr lang="en-US" altLang="ko-KR" sz="1200">
                <a:solidFill>
                  <a:srgbClr val="FCFCFC"/>
                </a:solidFill>
                <a:latin typeface="Consolas" panose="020B0609020204030204" pitchFamily="49" charset="0"/>
                <a:ea typeface="Noto Sans KR" panose="020B0200000000000000" pitchFamily="50" charset="-127"/>
              </a:rPr>
              <a:t>];</a:t>
            </a:r>
          </a:p>
          <a:p>
            <a:pPr>
              <a:lnSpc>
                <a:spcPct val="130000"/>
              </a:lnSpc>
            </a:pPr>
            <a:r>
              <a:rPr lang="en-US" altLang="ko-KR" sz="1200">
                <a:solidFill>
                  <a:srgbClr val="FCFCFC"/>
                </a:solidFill>
                <a:latin typeface="Consolas" panose="020B0609020204030204" pitchFamily="49" charset="0"/>
                <a:ea typeface="Noto Sans KR" panose="020B0200000000000000" pitchFamily="50" charset="-127"/>
              </a:rPr>
              <a:t> </a:t>
            </a:r>
          </a:p>
          <a:p>
            <a:pPr>
              <a:lnSpc>
                <a:spcPct val="130000"/>
              </a:lnSpc>
            </a:pPr>
            <a:r>
              <a:rPr lang="en-US" altLang="ko-KR" sz="1200">
                <a:solidFill>
                  <a:srgbClr val="FCFCFC"/>
                </a:solidFill>
                <a:latin typeface="Consolas" panose="020B0609020204030204" pitchFamily="49" charset="0"/>
                <a:ea typeface="Noto Sans KR" panose="020B0200000000000000" pitchFamily="50" charset="-127"/>
              </a:rPr>
              <a:t> </a:t>
            </a:r>
            <a:r>
              <a:rPr lang="en-US" altLang="ko-KR" sz="1200">
                <a:solidFill>
                  <a:srgbClr val="6A9955"/>
                </a:solidFill>
                <a:latin typeface="Consolas" panose="020B0609020204030204" pitchFamily="49" charset="0"/>
                <a:ea typeface="Noto Sans KR" panose="020B0200000000000000" pitchFamily="50" charset="-127"/>
              </a:rPr>
              <a:t>// 2. CPU Skinning (</a:t>
            </a:r>
            <a:r>
              <a:rPr lang="ko-KR" altLang="en-US" sz="1200">
                <a:solidFill>
                  <a:srgbClr val="6A9955"/>
                </a:solidFill>
                <a:latin typeface="Consolas" panose="020B0609020204030204" pitchFamily="49" charset="0"/>
                <a:ea typeface="Noto Sans KR" panose="020B0200000000000000" pitchFamily="50" charset="-127"/>
              </a:rPr>
              <a:t>영향을 주는 모든 본의 변환 결과에 가중치를 곱해 합산</a:t>
            </a:r>
            <a:r>
              <a:rPr lang="en-US" altLang="ko-KR" sz="1200">
                <a:solidFill>
                  <a:srgbClr val="6A9955"/>
                </a:solidFill>
                <a:latin typeface="Consolas" panose="020B0609020204030204" pitchFamily="49" charset="0"/>
                <a:ea typeface="Noto Sans KR" panose="020B0200000000000000" pitchFamily="50" charset="-127"/>
              </a:rPr>
              <a:t>)</a:t>
            </a:r>
          </a:p>
          <a:p>
            <a:pPr>
              <a:lnSpc>
                <a:spcPct val="130000"/>
              </a:lnSpc>
            </a:pPr>
            <a:r>
              <a:rPr lang="en-US" altLang="ko-KR" sz="1200">
                <a:solidFill>
                  <a:srgbClr val="FCFCFC"/>
                </a:solidFill>
                <a:latin typeface="Consolas" panose="020B0609020204030204" pitchFamily="49" charset="0"/>
                <a:ea typeface="Noto Sans KR" panose="020B0200000000000000" pitchFamily="50" charset="-127"/>
              </a:rPr>
              <a:t> SkinnedPosition += </a:t>
            </a:r>
            <a:r>
              <a:rPr lang="en-US" altLang="ko-KR" sz="1200">
                <a:solidFill>
                  <a:srgbClr val="9CDCFE"/>
                </a:solidFill>
                <a:latin typeface="Consolas" panose="020B0609020204030204" pitchFamily="49" charset="0"/>
                <a:ea typeface="Noto Sans KR" panose="020B0200000000000000" pitchFamily="50" charset="-127"/>
              </a:rPr>
              <a:t>SkinningMatrix</a:t>
            </a:r>
            <a:r>
              <a:rPr lang="en-US" altLang="ko-KR" sz="1200">
                <a:solidFill>
                  <a:srgbClr val="FCFCFC"/>
                </a:solidFill>
                <a:latin typeface="Consolas" panose="020B0609020204030204" pitchFamily="49" charset="0"/>
                <a:ea typeface="Noto Sans KR" panose="020B0200000000000000" pitchFamily="50" charset="-127"/>
              </a:rPr>
              <a:t>.</a:t>
            </a:r>
            <a:r>
              <a:rPr lang="en-US" altLang="ko-KR" sz="1200">
                <a:solidFill>
                  <a:srgbClr val="DCDCAA"/>
                </a:solidFill>
                <a:latin typeface="Consolas" panose="020B0609020204030204" pitchFamily="49" charset="0"/>
                <a:ea typeface="Noto Sans KR" panose="020B0200000000000000" pitchFamily="50" charset="-127"/>
              </a:rPr>
              <a:t>TransformPosition</a:t>
            </a:r>
            <a:r>
              <a:rPr lang="en-US" altLang="ko-KR" sz="1200">
                <a:solidFill>
                  <a:srgbClr val="FCFCFC"/>
                </a:solidFill>
                <a:latin typeface="Consolas" panose="020B0609020204030204" pitchFamily="49" charset="0"/>
                <a:ea typeface="Noto Sans KR" panose="020B0200000000000000" pitchFamily="50" charset="-127"/>
              </a:rPr>
              <a:t>(Vertex.Position) * Weight;</a:t>
            </a: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D91E0456-228F-3F02-D601-879B48CE9F3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37942" y="1679893"/>
            <a:ext cx="247685" cy="200053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AC1D5498-E304-356B-8143-887A6DCD9BC1}"/>
              </a:ext>
            </a:extLst>
          </p:cNvPr>
          <p:cNvSpPr txBox="1"/>
          <p:nvPr/>
        </p:nvSpPr>
        <p:spPr>
          <a:xfrm>
            <a:off x="2985627" y="1649114"/>
            <a:ext cx="5715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>
                <a:solidFill>
                  <a:srgbClr val="FCFCFC"/>
                </a:solidFill>
              </a:rPr>
              <a:t>C++</a:t>
            </a:r>
            <a:endParaRPr lang="ko-KR" altLang="en-US" sz="1100" b="1">
              <a:solidFill>
                <a:srgbClr val="FCFCFC"/>
              </a:solidFill>
            </a:endParaRPr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9121BD69-19AB-DA57-ECF7-4E73AB8951A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71483" y="1742073"/>
            <a:ext cx="182963" cy="176429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46A23991-2233-2159-6AB3-6F641991514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90245" y="3694428"/>
            <a:ext cx="2167479" cy="334863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05D94DEC-7530-9E65-FEA8-7EE6C232763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52562" y="6395234"/>
            <a:ext cx="123842" cy="133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99360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C8867E-6D82-09D6-1B0B-3C4B1A9EB2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12005BAE-6425-BBFF-B094-86D4391AE4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47205" y="97434"/>
            <a:ext cx="219106" cy="257211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68B675E3-7C72-EBFE-782E-32DC1CA3F5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690" y="97435"/>
            <a:ext cx="609576" cy="609576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8D20D66A-96E7-6AAE-BFEB-496655E5A823}"/>
              </a:ext>
            </a:extLst>
          </p:cNvPr>
          <p:cNvSpPr txBox="1"/>
          <p:nvPr/>
        </p:nvSpPr>
        <p:spPr>
          <a:xfrm>
            <a:off x="2490243" y="1858075"/>
            <a:ext cx="7211505" cy="91223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30000"/>
              </a:lnSpc>
            </a:pPr>
            <a:r>
              <a:rPr lang="ko-KR" altLang="en-US" sz="1400">
                <a:solidFill>
                  <a:srgbClr val="FCFCFC"/>
                </a:solidFill>
                <a:latin typeface="Aptos"/>
                <a:ea typeface="Noto Sans KR"/>
              </a:rPr>
              <a:t>맞습니다</a:t>
            </a:r>
            <a:r>
              <a:rPr lang="en-US" altLang="ko-KR" sz="1400">
                <a:solidFill>
                  <a:srgbClr val="FCFCFC"/>
                </a:solidFill>
                <a:latin typeface="Aptos"/>
                <a:ea typeface="Noto Sans KR"/>
              </a:rPr>
              <a:t>. 이런 </a:t>
            </a:r>
            <a:r>
              <a:rPr lang="en-US" altLang="ko-KR" sz="1400" b="1">
                <a:solidFill>
                  <a:srgbClr val="FCFCFC"/>
                </a:solidFill>
                <a:latin typeface="Aptos"/>
                <a:ea typeface="Noto Sans KR"/>
              </a:rPr>
              <a:t>LBS (</a:t>
            </a:r>
            <a:r>
              <a:rPr lang="en-US" sz="1400" b="1">
                <a:solidFill>
                  <a:srgbClr val="FCFCFC"/>
                </a:solidFill>
                <a:latin typeface="Aptos"/>
                <a:ea typeface="Noto Sans KR"/>
                <a:cs typeface="+mn-lt"/>
              </a:rPr>
              <a:t>Linear Blend Skinning)</a:t>
            </a:r>
            <a:r>
              <a:rPr lang="ko-KR" altLang="en-US" sz="1400">
                <a:solidFill>
                  <a:srgbClr val="FCFCFC"/>
                </a:solidFill>
                <a:latin typeface="Aptos"/>
                <a:ea typeface="Noto Sans KR"/>
              </a:rPr>
              <a:t>은 두 가지 문제점이 있습니다.</a:t>
            </a:r>
            <a:endParaRPr lang="en-US" altLang="ko-KR" sz="1400">
              <a:solidFill>
                <a:srgbClr val="FCFCFC"/>
              </a:solidFill>
              <a:latin typeface="Aptos"/>
              <a:ea typeface="Noto Sans KR"/>
            </a:endParaRPr>
          </a:p>
          <a:p>
            <a:pPr>
              <a:lnSpc>
                <a:spcPct val="130000"/>
              </a:lnSpc>
            </a:pPr>
            <a:r>
              <a:rPr lang="ko-KR" altLang="en-US" sz="1400">
                <a:solidFill>
                  <a:srgbClr val="FCFCFC"/>
                </a:solidFill>
                <a:latin typeface="Aptos"/>
                <a:ea typeface="Noto Sans KR"/>
                <a:cs typeface="+mn-lt"/>
              </a:rPr>
              <a:t>아래 이미지처럼 손목을 굽히거나 돌릴 때 문제가 발생합니다.</a:t>
            </a:r>
            <a:endParaRPr lang="en-US">
              <a:solidFill>
                <a:srgbClr val="000000"/>
              </a:solidFill>
              <a:latin typeface="Aptos"/>
              <a:ea typeface="Noto Sans KR"/>
              <a:cs typeface="+mn-lt"/>
            </a:endParaRPr>
          </a:p>
          <a:p>
            <a:pPr>
              <a:lnSpc>
                <a:spcPct val="130000"/>
              </a:lnSpc>
            </a:pPr>
            <a:endParaRPr lang="ko-KR" altLang="en-US" sz="1400">
              <a:solidFill>
                <a:srgbClr val="FCFCFC"/>
              </a:solidFill>
              <a:latin typeface="Aptos"/>
              <a:ea typeface="Noto Sans KR"/>
              <a:cs typeface="+mn-lt"/>
            </a:endParaRPr>
          </a:p>
        </p:txBody>
      </p:sp>
      <p:pic>
        <p:nvPicPr>
          <p:cNvPr id="24" name="그림 23">
            <a:extLst>
              <a:ext uri="{FF2B5EF4-FFF2-40B4-BE49-F238E27FC236}">
                <a16:creationId xmlns:a16="http://schemas.microsoft.com/office/drawing/2014/main" id="{F28CCE1E-4219-336C-0874-A0BB714B3A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90243" y="5899913"/>
            <a:ext cx="2167479" cy="334863"/>
          </a:xfrm>
          <a:prstGeom prst="rect">
            <a:avLst/>
          </a:prstGeom>
        </p:spPr>
      </p:pic>
      <p:sp>
        <p:nvSpPr>
          <p:cNvPr id="25" name="순서도: 대체 처리 24">
            <a:extLst>
              <a:ext uri="{FF2B5EF4-FFF2-40B4-BE49-F238E27FC236}">
                <a16:creationId xmlns:a16="http://schemas.microsoft.com/office/drawing/2014/main" id="{282D6579-B10D-B85E-5936-46324EB7CAC6}"/>
              </a:ext>
            </a:extLst>
          </p:cNvPr>
          <p:cNvSpPr/>
          <p:nvPr/>
        </p:nvSpPr>
        <p:spPr>
          <a:xfrm>
            <a:off x="2490247" y="6268537"/>
            <a:ext cx="7211505" cy="367646"/>
          </a:xfrm>
          <a:prstGeom prst="flowChartAlternateProcess">
            <a:avLst/>
          </a:prstGeom>
          <a:solidFill>
            <a:srgbClr val="141414"/>
          </a:solidFill>
          <a:ln w="6350">
            <a:solidFill>
              <a:srgbClr val="7B7B7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b"/>
          <a:lstStyle/>
          <a:p>
            <a:pPr>
              <a:lnSpc>
                <a:spcPct val="130000"/>
              </a:lnSpc>
            </a:pPr>
            <a:r>
              <a:rPr lang="en-US" altLang="ko-KR" sz="1600" b="1">
                <a:solidFill>
                  <a:srgbClr val="FCFCFC"/>
                </a:solidFill>
                <a:latin typeface="Aptos"/>
                <a:ea typeface="맑은 고딕"/>
              </a:rPr>
              <a:t> +</a:t>
            </a:r>
            <a:r>
              <a:rPr lang="en-US" altLang="ko-KR" sz="1100" b="1">
                <a:solidFill>
                  <a:srgbClr val="454545"/>
                </a:solidFill>
                <a:latin typeface="Aptos"/>
                <a:ea typeface="맑은 고딕"/>
              </a:rPr>
              <a:t>    </a:t>
            </a:r>
            <a:r>
              <a:rPr lang="en-US" altLang="ko-KR" sz="1400">
                <a:solidFill>
                  <a:srgbClr val="7B7B7B"/>
                </a:solidFill>
                <a:latin typeface="Aptos"/>
                <a:ea typeface="맑은 고딕"/>
              </a:rPr>
              <a:t>Ask “What is skeletal mesh?”</a:t>
            </a:r>
            <a:endParaRPr lang="ko-KR" altLang="en-US" sz="1100">
              <a:solidFill>
                <a:srgbClr val="7B7B7B"/>
              </a:solidFill>
              <a:latin typeface="Aptos"/>
              <a:ea typeface="맑은 고딕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87CD505-C9F4-B68A-EDBB-A7F39D408F2F}"/>
              </a:ext>
            </a:extLst>
          </p:cNvPr>
          <p:cNvSpPr txBox="1"/>
          <p:nvPr/>
        </p:nvSpPr>
        <p:spPr>
          <a:xfrm>
            <a:off x="8636113" y="6306161"/>
            <a:ext cx="5619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>
                <a:solidFill>
                  <a:srgbClr val="FCFCFC"/>
                </a:solidFill>
                <a:latin typeface="Aptos" panose="020B0004020202020204" pitchFamily="34" charset="0"/>
              </a:rPr>
              <a:t>Pro</a:t>
            </a:r>
            <a:endParaRPr lang="ko-KR" altLang="en-US" sz="1200">
              <a:solidFill>
                <a:srgbClr val="FCFCFC"/>
              </a:solidFill>
              <a:latin typeface="Aptos" panose="020B0004020202020204" pitchFamily="34" charset="0"/>
            </a:endParaRPr>
          </a:p>
        </p:txBody>
      </p:sp>
      <p:pic>
        <p:nvPicPr>
          <p:cNvPr id="29" name="그림 28">
            <a:extLst>
              <a:ext uri="{FF2B5EF4-FFF2-40B4-BE49-F238E27FC236}">
                <a16:creationId xmlns:a16="http://schemas.microsoft.com/office/drawing/2014/main" id="{9642C68D-A8FA-522B-55A6-2A581024F3E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62966" y="6313856"/>
            <a:ext cx="224238" cy="261611"/>
          </a:xfrm>
          <a:prstGeom prst="rect">
            <a:avLst/>
          </a:prstGeom>
        </p:spPr>
      </p:pic>
      <p:pic>
        <p:nvPicPr>
          <p:cNvPr id="30" name="그림 29">
            <a:extLst>
              <a:ext uri="{FF2B5EF4-FFF2-40B4-BE49-F238E27FC236}">
                <a16:creationId xmlns:a16="http://schemas.microsoft.com/office/drawing/2014/main" id="{D75109F9-B77C-25AB-611F-F9EF0C11B8C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52562" y="6395234"/>
            <a:ext cx="123842" cy="13336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C82AD65-9EAC-A1A8-9925-3E8CA99C759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17276" y="3736418"/>
            <a:ext cx="2856321" cy="2003848"/>
          </a:xfrm>
          <a:prstGeom prst="round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0E91587-B4E7-5493-C064-83B572A2EE8F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3431" t="3582" r="-245" b="198"/>
          <a:stretch>
            <a:fillRect/>
          </a:stretch>
        </p:blipFill>
        <p:spPr>
          <a:xfrm>
            <a:off x="2490245" y="3736418"/>
            <a:ext cx="2856320" cy="2000660"/>
          </a:xfrm>
          <a:prstGeom prst="roundRect">
            <a:avLst/>
          </a:prstGeom>
        </p:spPr>
      </p:pic>
      <p:sp>
        <p:nvSpPr>
          <p:cNvPr id="12" name="순서도: 대체 처리 11">
            <a:extLst>
              <a:ext uri="{FF2B5EF4-FFF2-40B4-BE49-F238E27FC236}">
                <a16:creationId xmlns:a16="http://schemas.microsoft.com/office/drawing/2014/main" id="{D75C1929-9205-19E7-7413-004174752D26}"/>
              </a:ext>
            </a:extLst>
          </p:cNvPr>
          <p:cNvSpPr/>
          <p:nvPr/>
        </p:nvSpPr>
        <p:spPr>
          <a:xfrm>
            <a:off x="2490244" y="2699014"/>
            <a:ext cx="7211505" cy="786321"/>
          </a:xfrm>
          <a:prstGeom prst="flowChartAlternateProcess">
            <a:avLst/>
          </a:prstGeom>
          <a:solidFill>
            <a:srgbClr val="181818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>
              <a:lnSpc>
                <a:spcPct val="130000"/>
              </a:lnSpc>
            </a:pPr>
            <a:r>
              <a:rPr lang="en-US" altLang="ko-KR" sz="1200">
                <a:solidFill>
                  <a:srgbClr val="FCFCFC"/>
                </a:solidFill>
                <a:latin typeface="Consolas" panose="020B0609020204030204" pitchFamily="49" charset="0"/>
                <a:ea typeface="Noto Sans KR" panose="020B0200000000000000" pitchFamily="50" charset="-127"/>
              </a:rPr>
              <a:t> (</a:t>
            </a:r>
            <a:r>
              <a:rPr lang="ko-KR" altLang="en-US" sz="1200">
                <a:solidFill>
                  <a:srgbClr val="FCFCFC"/>
                </a:solidFill>
                <a:latin typeface="Consolas" panose="020B0609020204030204" pitchFamily="49" charset="0"/>
                <a:ea typeface="Noto Sans KR" panose="020B0200000000000000" pitchFamily="50" charset="-127"/>
              </a:rPr>
              <a:t>왼쪽</a:t>
            </a:r>
            <a:r>
              <a:rPr lang="en-US" altLang="ko-KR" sz="1200">
                <a:solidFill>
                  <a:srgbClr val="FCFCFC"/>
                </a:solidFill>
                <a:latin typeface="Consolas" panose="020B0609020204030204" pitchFamily="49" charset="0"/>
                <a:ea typeface="Noto Sans KR" panose="020B0200000000000000" pitchFamily="50" charset="-127"/>
              </a:rPr>
              <a:t>) Joint Collapse : </a:t>
            </a:r>
            <a:r>
              <a:rPr lang="ko-KR" altLang="en-US" sz="1200">
                <a:solidFill>
                  <a:srgbClr val="FCFCFC"/>
                </a:solidFill>
                <a:latin typeface="Consolas" panose="020B0609020204030204" pitchFamily="49" charset="0"/>
                <a:ea typeface="Noto Sans KR" panose="020B0200000000000000" pitchFamily="50" charset="-127"/>
              </a:rPr>
              <a:t>정점들이 중간 위치로 끌려가면서 관절 부위가 납작해짐</a:t>
            </a:r>
          </a:p>
          <a:p>
            <a:pPr>
              <a:lnSpc>
                <a:spcPct val="130000"/>
              </a:lnSpc>
            </a:pPr>
            <a:r>
              <a:rPr lang="en-US" altLang="ko-KR" sz="1200">
                <a:solidFill>
                  <a:srgbClr val="FCFCFC"/>
                </a:solidFill>
                <a:latin typeface="Consolas" panose="020B0609020204030204" pitchFamily="49" charset="0"/>
                <a:ea typeface="Noto Sans KR" panose="020B0200000000000000" pitchFamily="50" charset="-127"/>
              </a:rPr>
              <a:t> (</a:t>
            </a:r>
            <a:r>
              <a:rPr lang="ko-KR" altLang="en-US" sz="1200">
                <a:solidFill>
                  <a:srgbClr val="FCFCFC"/>
                </a:solidFill>
                <a:latin typeface="Consolas" panose="020B0609020204030204" pitchFamily="49" charset="0"/>
                <a:ea typeface="Noto Sans KR" panose="020B0200000000000000" pitchFamily="50" charset="-127"/>
              </a:rPr>
              <a:t>오른쪽</a:t>
            </a:r>
            <a:r>
              <a:rPr lang="en-US" altLang="ko-KR" sz="1200">
                <a:solidFill>
                  <a:srgbClr val="FCFCFC"/>
                </a:solidFill>
                <a:latin typeface="Consolas" panose="020B0609020204030204" pitchFamily="49" charset="0"/>
                <a:ea typeface="Noto Sans KR" panose="020B0200000000000000" pitchFamily="50" charset="-127"/>
              </a:rPr>
              <a:t>) Candy Wrapper : </a:t>
            </a:r>
            <a:r>
              <a:rPr lang="ko-KR" altLang="en-US" sz="1200">
                <a:solidFill>
                  <a:srgbClr val="FCFCFC"/>
                </a:solidFill>
                <a:latin typeface="Consolas" panose="020B0609020204030204" pitchFamily="49" charset="0"/>
                <a:ea typeface="Noto Sans KR" panose="020B0200000000000000" pitchFamily="50" charset="-127"/>
              </a:rPr>
              <a:t>메시의 정점들이 회전할 때 선형 보간되어 사탕 포장지처럼 꼬임</a:t>
            </a: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388FB932-AEA7-54AA-03F0-910105AEF14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292119" y="2868610"/>
            <a:ext cx="182963" cy="176429"/>
          </a:xfrm>
          <a:prstGeom prst="rect">
            <a:avLst/>
          </a:prstGeom>
        </p:spPr>
      </p:pic>
      <p:sp>
        <p:nvSpPr>
          <p:cNvPr id="14" name="순서도: 대체 처리 13">
            <a:extLst>
              <a:ext uri="{FF2B5EF4-FFF2-40B4-BE49-F238E27FC236}">
                <a16:creationId xmlns:a16="http://schemas.microsoft.com/office/drawing/2014/main" id="{D9025977-E866-9934-52BC-669B19790706}"/>
              </a:ext>
            </a:extLst>
          </p:cNvPr>
          <p:cNvSpPr/>
          <p:nvPr/>
        </p:nvSpPr>
        <p:spPr>
          <a:xfrm>
            <a:off x="4543426" y="697940"/>
            <a:ext cx="5167398" cy="463661"/>
          </a:xfrm>
          <a:prstGeom prst="flowChartAlternateProcess">
            <a:avLst/>
          </a:prstGeom>
          <a:solidFill>
            <a:srgbClr val="2B2B2B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lnSpc>
                <a:spcPct val="130000"/>
              </a:lnSpc>
            </a:pPr>
            <a:r>
              <a:rPr lang="ko-KR" altLang="en-US" sz="1400">
                <a:solidFill>
                  <a:srgbClr val="FCFCFC"/>
                </a:solidFill>
                <a:latin typeface="Aptos" panose="020B0004020202020204" pitchFamily="34" charset="0"/>
                <a:ea typeface="Noto Sans KR" panose="020B0200000000000000" pitchFamily="50" charset="-127"/>
              </a:rPr>
              <a:t>근데 </a:t>
            </a:r>
            <a:r>
              <a:rPr lang="en-US" altLang="ko-KR" sz="1400">
                <a:solidFill>
                  <a:srgbClr val="FCFCFC"/>
                </a:solidFill>
                <a:latin typeface="Aptos" panose="020B0004020202020204" pitchFamily="34" charset="0"/>
                <a:ea typeface="Noto Sans KR" panose="020B0200000000000000" pitchFamily="50" charset="-127"/>
              </a:rPr>
              <a:t>LBS</a:t>
            </a:r>
            <a:r>
              <a:rPr lang="ko-KR" altLang="en-US" sz="1400">
                <a:solidFill>
                  <a:srgbClr val="FCFCFC"/>
                </a:solidFill>
                <a:latin typeface="Aptos" panose="020B0004020202020204" pitchFamily="34" charset="0"/>
                <a:ea typeface="Noto Sans KR" panose="020B0200000000000000" pitchFamily="50" charset="-127"/>
              </a:rPr>
              <a:t>를 적용할 때 </a:t>
            </a:r>
            <a:r>
              <a:rPr lang="en-US" altLang="ko-KR" sz="1400">
                <a:solidFill>
                  <a:srgbClr val="FCFCFC"/>
                </a:solidFill>
                <a:latin typeface="Aptos" panose="020B0004020202020204" pitchFamily="34" charset="0"/>
                <a:ea typeface="Noto Sans KR" panose="020B0200000000000000" pitchFamily="50" charset="-127"/>
              </a:rPr>
              <a:t>SkeletalMesh</a:t>
            </a:r>
            <a:r>
              <a:rPr lang="ko-KR" altLang="en-US" sz="1400">
                <a:solidFill>
                  <a:srgbClr val="FCFCFC"/>
                </a:solidFill>
                <a:latin typeface="Aptos" panose="020B0004020202020204" pitchFamily="34" charset="0"/>
                <a:ea typeface="Noto Sans KR" panose="020B0200000000000000" pitchFamily="50" charset="-127"/>
              </a:rPr>
              <a:t>의 모양이 이상할 때가 있던데</a:t>
            </a:r>
            <a:r>
              <a:rPr lang="en-US" altLang="ko-KR" sz="1400">
                <a:solidFill>
                  <a:srgbClr val="FCFCFC"/>
                </a:solidFill>
                <a:latin typeface="Aptos" panose="020B0004020202020204" pitchFamily="34" charset="0"/>
                <a:ea typeface="Noto Sans KR" panose="020B0200000000000000" pitchFamily="50" charset="-127"/>
              </a:rPr>
              <a:t>?</a:t>
            </a:r>
            <a:endParaRPr lang="ko-KR" altLang="en-US" sz="1400">
              <a:solidFill>
                <a:srgbClr val="FCFCFC"/>
              </a:solidFill>
              <a:latin typeface="Aptos" panose="020B0004020202020204" pitchFamily="34" charset="0"/>
              <a:ea typeface="Noto Sans KR" panose="020B0200000000000000" pitchFamily="50" charset="-127"/>
            </a:endParaRP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A0734DF9-B197-5C96-C64A-B963B96858A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490246" y="1346067"/>
            <a:ext cx="342948" cy="323895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E90B7F52-82A4-BFE0-B415-09A652A518BA}"/>
              </a:ext>
            </a:extLst>
          </p:cNvPr>
          <p:cNvSpPr txBox="1"/>
          <p:nvPr/>
        </p:nvSpPr>
        <p:spPr>
          <a:xfrm>
            <a:off x="2737944" y="1382333"/>
            <a:ext cx="2295525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altLang="ko-KR" sz="1400">
                <a:solidFill>
                  <a:srgbClr val="9E9E9E"/>
                </a:solidFill>
                <a:latin typeface="Aptos"/>
                <a:ea typeface="Noto Sans KR"/>
              </a:rPr>
              <a:t>17s </a:t>
            </a:r>
            <a:r>
              <a:rPr lang="ko-KR" altLang="en-US" sz="1400">
                <a:solidFill>
                  <a:srgbClr val="9E9E9E"/>
                </a:solidFill>
                <a:latin typeface="Aptos"/>
                <a:ea typeface="Noto Sans KR"/>
              </a:rPr>
              <a:t>동안 생각함</a:t>
            </a:r>
            <a:endParaRPr lang="ko-KR">
              <a:ea typeface="맑은 고딕"/>
            </a:endParaRPr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2122517A-C8DD-0906-78A8-23D103CD1A01}"/>
              </a:ext>
            </a:extLst>
          </p:cNvPr>
          <p:cNvSpPr/>
          <p:nvPr/>
        </p:nvSpPr>
        <p:spPr>
          <a:xfrm>
            <a:off x="2737944" y="5475667"/>
            <a:ext cx="223669" cy="230838"/>
          </a:xfrm>
          <a:prstGeom prst="ellipse">
            <a:avLst/>
          </a:prstGeom>
          <a:solidFill>
            <a:srgbClr val="090A0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latin typeface="Aptos" panose="020B0004020202020204" pitchFamily="34" charset="0"/>
            </a:endParaRPr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0BD3E0E7-2ED8-6A63-EF76-1F8E77D85DCE}"/>
              </a:ext>
            </a:extLst>
          </p:cNvPr>
          <p:cNvSpPr/>
          <p:nvPr/>
        </p:nvSpPr>
        <p:spPr>
          <a:xfrm>
            <a:off x="3133273" y="5475667"/>
            <a:ext cx="223669" cy="230838"/>
          </a:xfrm>
          <a:prstGeom prst="ellipse">
            <a:avLst/>
          </a:prstGeom>
          <a:solidFill>
            <a:srgbClr val="090A0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latin typeface="Aptos" panose="020B0004020202020204" pitchFamily="34" charset="0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4B69768B-DBBA-B1D0-A865-AB6FC7E9497C}"/>
              </a:ext>
            </a:extLst>
          </p:cNvPr>
          <p:cNvSpPr/>
          <p:nvPr/>
        </p:nvSpPr>
        <p:spPr>
          <a:xfrm>
            <a:off x="2847315" y="5475668"/>
            <a:ext cx="397837" cy="230838"/>
          </a:xfrm>
          <a:prstGeom prst="rect">
            <a:avLst/>
          </a:prstGeom>
          <a:solidFill>
            <a:srgbClr val="090A0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latin typeface="Aptos" panose="020B0004020202020204" pitchFamily="34" charset="0"/>
              </a:rPr>
              <a:t>Edit</a:t>
            </a:r>
            <a:endParaRPr lang="ko-KR" altLang="en-US" sz="1000">
              <a:latin typeface="Aptos" panose="020B0004020202020204" pitchFamily="34" charset="0"/>
            </a:endParaRPr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117BDC41-5C51-303B-1236-2260D9BCDD25}"/>
              </a:ext>
            </a:extLst>
          </p:cNvPr>
          <p:cNvSpPr/>
          <p:nvPr/>
        </p:nvSpPr>
        <p:spPr>
          <a:xfrm>
            <a:off x="4806839" y="5425830"/>
            <a:ext cx="281786" cy="280675"/>
          </a:xfrm>
          <a:prstGeom prst="ellipse">
            <a:avLst/>
          </a:prstGeom>
          <a:solidFill>
            <a:srgbClr val="090A0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latin typeface="Aptos" panose="020B0004020202020204" pitchFamily="34" charset="0"/>
            </a:endParaRPr>
          </a:p>
        </p:txBody>
      </p:sp>
      <p:pic>
        <p:nvPicPr>
          <p:cNvPr id="23" name="그림 22">
            <a:extLst>
              <a:ext uri="{FF2B5EF4-FFF2-40B4-BE49-F238E27FC236}">
                <a16:creationId xmlns:a16="http://schemas.microsoft.com/office/drawing/2014/main" id="{D2820346-13C7-8224-2028-817815811ED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861995" y="5475667"/>
            <a:ext cx="171474" cy="181000"/>
          </a:xfrm>
          <a:prstGeom prst="rect">
            <a:avLst/>
          </a:prstGeom>
        </p:spPr>
      </p:pic>
      <p:sp>
        <p:nvSpPr>
          <p:cNvPr id="31" name="타원 30">
            <a:extLst>
              <a:ext uri="{FF2B5EF4-FFF2-40B4-BE49-F238E27FC236}">
                <a16:creationId xmlns:a16="http://schemas.microsoft.com/office/drawing/2014/main" id="{302CB435-244A-5537-AC0B-060CB7CA1EC0}"/>
              </a:ext>
            </a:extLst>
          </p:cNvPr>
          <p:cNvSpPr/>
          <p:nvPr/>
        </p:nvSpPr>
        <p:spPr>
          <a:xfrm>
            <a:off x="5673536" y="5475667"/>
            <a:ext cx="223669" cy="230838"/>
          </a:xfrm>
          <a:prstGeom prst="ellipse">
            <a:avLst/>
          </a:prstGeom>
          <a:solidFill>
            <a:srgbClr val="090A0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latin typeface="Aptos" panose="020B0004020202020204" pitchFamily="34" charset="0"/>
            </a:endParaRPr>
          </a:p>
        </p:txBody>
      </p:sp>
      <p:sp>
        <p:nvSpPr>
          <p:cNvPr id="32" name="타원 31">
            <a:extLst>
              <a:ext uri="{FF2B5EF4-FFF2-40B4-BE49-F238E27FC236}">
                <a16:creationId xmlns:a16="http://schemas.microsoft.com/office/drawing/2014/main" id="{992D37A7-F60F-0971-E39E-F8802969D356}"/>
              </a:ext>
            </a:extLst>
          </p:cNvPr>
          <p:cNvSpPr/>
          <p:nvPr/>
        </p:nvSpPr>
        <p:spPr>
          <a:xfrm>
            <a:off x="6068865" y="5475667"/>
            <a:ext cx="223669" cy="230838"/>
          </a:xfrm>
          <a:prstGeom prst="ellipse">
            <a:avLst/>
          </a:prstGeom>
          <a:solidFill>
            <a:srgbClr val="090A0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latin typeface="Aptos" panose="020B0004020202020204" pitchFamily="34" charset="0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EE920DE0-3FFA-769F-260F-42EF39164427}"/>
              </a:ext>
            </a:extLst>
          </p:cNvPr>
          <p:cNvSpPr/>
          <p:nvPr/>
        </p:nvSpPr>
        <p:spPr>
          <a:xfrm>
            <a:off x="5782907" y="5475668"/>
            <a:ext cx="397837" cy="230838"/>
          </a:xfrm>
          <a:prstGeom prst="rect">
            <a:avLst/>
          </a:prstGeom>
          <a:solidFill>
            <a:srgbClr val="090A0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latin typeface="Aptos" panose="020B0004020202020204" pitchFamily="34" charset="0"/>
              </a:rPr>
              <a:t>Edit</a:t>
            </a:r>
            <a:endParaRPr lang="ko-KR" altLang="en-US" sz="1000">
              <a:latin typeface="Aptos" panose="020B0004020202020204" pitchFamily="34" charset="0"/>
            </a:endParaRPr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id="{97610C2C-37EB-FBD7-9F47-FE2473AA75C2}"/>
              </a:ext>
            </a:extLst>
          </p:cNvPr>
          <p:cNvSpPr/>
          <p:nvPr/>
        </p:nvSpPr>
        <p:spPr>
          <a:xfrm>
            <a:off x="7742431" y="5425830"/>
            <a:ext cx="281786" cy="280675"/>
          </a:xfrm>
          <a:prstGeom prst="ellipse">
            <a:avLst/>
          </a:prstGeom>
          <a:solidFill>
            <a:srgbClr val="090A0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latin typeface="Aptos" panose="020B0004020202020204" pitchFamily="34" charset="0"/>
            </a:endParaRPr>
          </a:p>
        </p:txBody>
      </p:sp>
      <p:pic>
        <p:nvPicPr>
          <p:cNvPr id="35" name="그림 34">
            <a:extLst>
              <a:ext uri="{FF2B5EF4-FFF2-40B4-BE49-F238E27FC236}">
                <a16:creationId xmlns:a16="http://schemas.microsoft.com/office/drawing/2014/main" id="{8FA44969-308B-8AE3-0B85-B94DAD3992A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797587" y="5475667"/>
            <a:ext cx="171474" cy="1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99968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8FAD70-BD1A-E17B-4AD4-4B0D64F2F6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순서도: 대체 처리 34">
            <a:extLst>
              <a:ext uri="{FF2B5EF4-FFF2-40B4-BE49-F238E27FC236}">
                <a16:creationId xmlns:a16="http://schemas.microsoft.com/office/drawing/2014/main" id="{28561D17-4426-514A-2C07-1EEF399824D7}"/>
              </a:ext>
            </a:extLst>
          </p:cNvPr>
          <p:cNvSpPr/>
          <p:nvPr/>
        </p:nvSpPr>
        <p:spPr>
          <a:xfrm>
            <a:off x="2490247" y="6268537"/>
            <a:ext cx="7211505" cy="367646"/>
          </a:xfrm>
          <a:prstGeom prst="flowChartAlternateProcess">
            <a:avLst/>
          </a:prstGeom>
          <a:solidFill>
            <a:srgbClr val="141414"/>
          </a:solidFill>
          <a:ln w="6350">
            <a:solidFill>
              <a:srgbClr val="7B7B7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b"/>
          <a:lstStyle/>
          <a:p>
            <a:pPr>
              <a:lnSpc>
                <a:spcPct val="130000"/>
              </a:lnSpc>
            </a:pPr>
            <a:r>
              <a:rPr lang="en-US" altLang="ko-KR" sz="1600" b="1">
                <a:solidFill>
                  <a:srgbClr val="FCFCFC"/>
                </a:solidFill>
                <a:latin typeface="Aptos"/>
                <a:ea typeface="맑은 고딕"/>
              </a:rPr>
              <a:t> +</a:t>
            </a:r>
            <a:r>
              <a:rPr lang="en-US" altLang="ko-KR" sz="1100" b="1">
                <a:solidFill>
                  <a:srgbClr val="454545"/>
                </a:solidFill>
                <a:latin typeface="Aptos"/>
                <a:ea typeface="맑은 고딕"/>
              </a:rPr>
              <a:t>    </a:t>
            </a:r>
            <a:r>
              <a:rPr lang="en-US" altLang="ko-KR" sz="1400">
                <a:solidFill>
                  <a:srgbClr val="7B7B7B"/>
                </a:solidFill>
                <a:latin typeface="Aptos"/>
                <a:ea typeface="맑은 고딕"/>
              </a:rPr>
              <a:t>Ask “What is skeletal mesh?”</a:t>
            </a:r>
            <a:endParaRPr lang="ko-KR" altLang="en-US" sz="1100">
              <a:solidFill>
                <a:srgbClr val="7B7B7B"/>
              </a:solidFill>
              <a:latin typeface="Aptos"/>
              <a:ea typeface="맑은 고딕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A722C2F8-C441-55D2-C9FA-00782D3E96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47205" y="97434"/>
            <a:ext cx="219106" cy="257211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278294FD-A00F-B684-11EC-C00811AC361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690" y="97435"/>
            <a:ext cx="609576" cy="609576"/>
          </a:xfrm>
          <a:prstGeom prst="rect">
            <a:avLst/>
          </a:prstGeom>
        </p:spPr>
      </p:pic>
      <p:sp>
        <p:nvSpPr>
          <p:cNvPr id="15" name="순서도: 대체 처리 14">
            <a:extLst>
              <a:ext uri="{FF2B5EF4-FFF2-40B4-BE49-F238E27FC236}">
                <a16:creationId xmlns:a16="http://schemas.microsoft.com/office/drawing/2014/main" id="{8DEEF58A-AFA0-AA6E-0481-1844E686E230}"/>
              </a:ext>
            </a:extLst>
          </p:cNvPr>
          <p:cNvSpPr/>
          <p:nvPr/>
        </p:nvSpPr>
        <p:spPr>
          <a:xfrm>
            <a:off x="3770722" y="706186"/>
            <a:ext cx="5921959" cy="455415"/>
          </a:xfrm>
          <a:prstGeom prst="flowChartAlternateProcess">
            <a:avLst/>
          </a:prstGeom>
          <a:solidFill>
            <a:srgbClr val="2B2B2B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lnSpc>
                <a:spcPct val="130000"/>
              </a:lnSpc>
              <a:spcBef>
                <a:spcPct val="0"/>
              </a:spcBef>
            </a:pPr>
            <a:r>
              <a:rPr lang="ko-KR" altLang="en-US" sz="1400">
                <a:solidFill>
                  <a:srgbClr val="FCFCFC"/>
                </a:solidFill>
                <a:latin typeface="Aptos" panose="020B0004020202020204" pitchFamily="34" charset="0"/>
                <a:ea typeface="Noto Sans KR" panose="020B0200000000000000" pitchFamily="50" charset="-127"/>
              </a:rPr>
              <a:t>흠</a:t>
            </a:r>
            <a:r>
              <a:rPr lang="en-US" altLang="ko-KR" sz="1400">
                <a:solidFill>
                  <a:srgbClr val="FCFCFC"/>
                </a:solidFill>
                <a:latin typeface="Aptos" panose="020B0004020202020204" pitchFamily="34" charset="0"/>
                <a:ea typeface="Noto Sans KR" panose="020B0200000000000000" pitchFamily="50" charset="-127"/>
              </a:rPr>
              <a:t>,</a:t>
            </a:r>
            <a:r>
              <a:rPr lang="ko-KR" altLang="en-US" sz="1400">
                <a:solidFill>
                  <a:srgbClr val="FCFCFC"/>
                </a:solidFill>
                <a:latin typeface="Aptos" panose="020B0004020202020204" pitchFamily="34" charset="0"/>
                <a:ea typeface="Noto Sans KR" panose="020B0200000000000000" pitchFamily="50" charset="-127"/>
              </a:rPr>
              <a:t> 근데 이걸 어떻게</a:t>
            </a:r>
            <a:r>
              <a:rPr lang="en-US" sz="1400">
                <a:solidFill>
                  <a:srgbClr val="FCFCFC"/>
                </a:solidFill>
                <a:latin typeface="Aptos" panose="020B0004020202020204" pitchFamily="34" charset="0"/>
                <a:ea typeface="Noto Sans KR" panose="020B0200000000000000" pitchFamily="50" charset="-127"/>
              </a:rPr>
              <a:t> </a:t>
            </a:r>
            <a:r>
              <a:rPr lang="ko-KR" altLang="en-US" sz="1400">
                <a:solidFill>
                  <a:srgbClr val="FCFCFC"/>
                </a:solidFill>
                <a:latin typeface="Aptos" panose="020B0004020202020204" pitchFamily="34" charset="0"/>
                <a:ea typeface="Noto Sans KR" panose="020B0200000000000000" pitchFamily="50" charset="-127"/>
              </a:rPr>
              <a:t>엔진에 가져오지? 찾아보니까 </a:t>
            </a:r>
            <a:r>
              <a:rPr lang="ko-KR" sz="1400">
                <a:solidFill>
                  <a:srgbClr val="FCFCFC"/>
                </a:solidFill>
                <a:latin typeface="Aptos" panose="020B0004020202020204" pitchFamily="34" charset="0"/>
                <a:ea typeface="Noto Sans KR" panose="020B0200000000000000" pitchFamily="50" charset="-127"/>
              </a:rPr>
              <a:t>FBX</a:t>
            </a:r>
            <a:r>
              <a:rPr lang="ko-KR" altLang="en-US" sz="1400">
                <a:solidFill>
                  <a:srgbClr val="FCFCFC"/>
                </a:solidFill>
                <a:latin typeface="Aptos" panose="020B0004020202020204" pitchFamily="34" charset="0"/>
                <a:ea typeface="Noto Sans KR" panose="020B0200000000000000" pitchFamily="50" charset="-127"/>
              </a:rPr>
              <a:t>가</a:t>
            </a:r>
            <a:r>
              <a:rPr lang="ko-KR" sz="1400">
                <a:solidFill>
                  <a:srgbClr val="FCFCFC"/>
                </a:solidFill>
                <a:latin typeface="Aptos" panose="020B0004020202020204" pitchFamily="34" charset="0"/>
                <a:ea typeface="Noto Sans KR" panose="020B0200000000000000" pitchFamily="50" charset="-127"/>
              </a:rPr>
              <a:t> 자주 사용된다는데</a:t>
            </a:r>
            <a:r>
              <a:rPr lang="en-US" altLang="ko-KR" sz="1400">
                <a:solidFill>
                  <a:srgbClr val="FCFCFC"/>
                </a:solidFill>
                <a:latin typeface="Aptos" panose="020B0004020202020204" pitchFamily="34" charset="0"/>
                <a:ea typeface="Noto Sans KR" panose="020B0200000000000000" pitchFamily="50" charset="-127"/>
              </a:rPr>
              <a:t>.</a:t>
            </a:r>
            <a:endParaRPr lang="ko-KR" altLang="en-US" sz="1400">
              <a:solidFill>
                <a:srgbClr val="FCFCFC"/>
              </a:solidFill>
              <a:latin typeface="Aptos" panose="020B0004020202020204" pitchFamily="34" charset="0"/>
              <a:ea typeface="Noto Sans KR" panose="020B0200000000000000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805A349-0E92-CC53-2804-1DA66D41165B}"/>
              </a:ext>
            </a:extLst>
          </p:cNvPr>
          <p:cNvSpPr txBox="1"/>
          <p:nvPr/>
        </p:nvSpPr>
        <p:spPr>
          <a:xfrm>
            <a:off x="2490246" y="1756649"/>
            <a:ext cx="7211505" cy="231262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30000"/>
              </a:lnSpc>
            </a:pPr>
            <a:r>
              <a:rPr lang="ko-KR" altLang="en-US" sz="1400">
                <a:solidFill>
                  <a:srgbClr val="FCFCFC"/>
                </a:solidFill>
                <a:latin typeface="Aptos" panose="020B0004020202020204" pitchFamily="34" charset="0"/>
                <a:ea typeface="Noto Sans KR" panose="020B0200000000000000" pitchFamily="50" charset="-127"/>
              </a:rPr>
              <a:t>아하</a:t>
            </a:r>
            <a:r>
              <a:rPr lang="en-US" altLang="ko-KR" sz="1400">
                <a:solidFill>
                  <a:srgbClr val="FCFCFC"/>
                </a:solidFill>
                <a:latin typeface="Aptos" panose="020B0004020202020204" pitchFamily="34" charset="0"/>
                <a:ea typeface="Noto Sans KR" panose="020B0200000000000000" pitchFamily="50" charset="-127"/>
              </a:rPr>
              <a:t>,</a:t>
            </a:r>
            <a:r>
              <a:rPr lang="ko-KR" altLang="en-US" sz="1400">
                <a:solidFill>
                  <a:srgbClr val="FCFCFC"/>
                </a:solidFill>
                <a:latin typeface="Aptos" panose="020B0004020202020204" pitchFamily="34" charset="0"/>
                <a:ea typeface="Noto Sans KR" panose="020B0200000000000000" pitchFamily="50" charset="-127"/>
              </a:rPr>
              <a:t> FBX Import에 대한 질문이군요!</a:t>
            </a:r>
          </a:p>
          <a:p>
            <a:pPr>
              <a:lnSpc>
                <a:spcPct val="130000"/>
              </a:lnSpc>
            </a:pPr>
            <a:r>
              <a:rPr lang="ko-KR" altLang="en-US" sz="1400">
                <a:solidFill>
                  <a:srgbClr val="FCFCFC"/>
                </a:solidFill>
                <a:latin typeface="Aptos" panose="020B0004020202020204" pitchFamily="34" charset="0"/>
                <a:ea typeface="Noto Sans KR" panose="020B0200000000000000" pitchFamily="50" charset="-127"/>
              </a:rPr>
              <a:t>단순히 Mesh 정보만 있던 OBJ와 달리 FBX는 아래와 같은 정보도 같이 들어 있습니다.</a:t>
            </a:r>
          </a:p>
          <a:p>
            <a:pPr>
              <a:lnSpc>
                <a:spcPct val="130000"/>
              </a:lnSpc>
            </a:pPr>
            <a:r>
              <a:rPr lang="ko-KR" altLang="en-US" sz="1400">
                <a:solidFill>
                  <a:srgbClr val="FCFCFC"/>
                </a:solidFill>
                <a:latin typeface="Aptos" panose="020B0004020202020204" pitchFamily="34" charset="0"/>
                <a:ea typeface="Noto Sans KR" panose="020B0200000000000000" pitchFamily="50" charset="-127"/>
              </a:rPr>
              <a:t>따라서 </a:t>
            </a:r>
            <a:r>
              <a:rPr lang="ko-KR" sz="1400">
                <a:solidFill>
                  <a:srgbClr val="FCFCFC"/>
                </a:solidFill>
                <a:latin typeface="Aptos" panose="020B0004020202020204" pitchFamily="34" charset="0"/>
                <a:ea typeface="Noto Sans KR" panose="020B0200000000000000" pitchFamily="50" charset="-127"/>
              </a:rPr>
              <a:t>FBX Import는 단순히 모델을 엔진에 올리는 것에 </a:t>
            </a:r>
            <a:r>
              <a:rPr lang="ko-KR" altLang="en-US" sz="1400">
                <a:solidFill>
                  <a:srgbClr val="FCFCFC"/>
                </a:solidFill>
                <a:latin typeface="Aptos" panose="020B0004020202020204" pitchFamily="34" charset="0"/>
                <a:ea typeface="Noto Sans KR" panose="020B0200000000000000" pitchFamily="50" charset="-127"/>
              </a:rPr>
              <a:t>그치지 않고 사용 가능한 구조로 </a:t>
            </a:r>
            <a:endParaRPr lang="en-US" altLang="ko-KR" sz="1400">
              <a:solidFill>
                <a:srgbClr val="FCFCFC"/>
              </a:solidFill>
              <a:latin typeface="Aptos" panose="020B0004020202020204" pitchFamily="34" charset="0"/>
              <a:ea typeface="Noto Sans KR" panose="020B0200000000000000" pitchFamily="50" charset="-127"/>
            </a:endParaRPr>
          </a:p>
          <a:p>
            <a:pPr>
              <a:lnSpc>
                <a:spcPct val="130000"/>
              </a:lnSpc>
            </a:pPr>
            <a:r>
              <a:rPr lang="ko-KR" altLang="en-US" sz="1400">
                <a:solidFill>
                  <a:srgbClr val="FCFCFC"/>
                </a:solidFill>
                <a:latin typeface="Aptos" panose="020B0004020202020204" pitchFamily="34" charset="0"/>
                <a:ea typeface="Noto Sans KR" panose="020B0200000000000000" pitchFamily="50" charset="-127"/>
              </a:rPr>
              <a:t>변환해야 합니다.</a:t>
            </a:r>
          </a:p>
          <a:p>
            <a:pPr>
              <a:lnSpc>
                <a:spcPct val="130000"/>
              </a:lnSpc>
            </a:pPr>
            <a:endParaRPr lang="ko-KR" altLang="en-US" sz="1400">
              <a:solidFill>
                <a:srgbClr val="FCFCFC"/>
              </a:solidFill>
              <a:latin typeface="Aptos" panose="020B0004020202020204" pitchFamily="34" charset="0"/>
              <a:ea typeface="Noto Sans KR" panose="020B0200000000000000" pitchFamily="50" charset="-127"/>
            </a:endParaRPr>
          </a:p>
          <a:p>
            <a:pPr>
              <a:lnSpc>
                <a:spcPct val="130000"/>
              </a:lnSpc>
            </a:pPr>
            <a:endParaRPr lang="ko-KR" altLang="en-US" sz="1400">
              <a:solidFill>
                <a:srgbClr val="FCFCFC"/>
              </a:solidFill>
              <a:latin typeface="Aptos" panose="020B0004020202020204" pitchFamily="34" charset="0"/>
              <a:ea typeface="Noto Sans KR" panose="020B0200000000000000" pitchFamily="50" charset="-127"/>
            </a:endParaRPr>
          </a:p>
          <a:p>
            <a:pPr>
              <a:lnSpc>
                <a:spcPct val="130000"/>
              </a:lnSpc>
            </a:pPr>
            <a:endParaRPr lang="ko-KR" altLang="en-US" sz="1400">
              <a:solidFill>
                <a:srgbClr val="FCFCFC"/>
              </a:solidFill>
              <a:latin typeface="Aptos" panose="020B0004020202020204" pitchFamily="34" charset="0"/>
              <a:ea typeface="Noto Sans KR" panose="020B0200000000000000" pitchFamily="50" charset="-127"/>
            </a:endParaRPr>
          </a:p>
          <a:p>
            <a:pPr>
              <a:lnSpc>
                <a:spcPct val="130000"/>
              </a:lnSpc>
            </a:pPr>
            <a:endParaRPr lang="ko-KR" altLang="en-US" sz="1400">
              <a:solidFill>
                <a:srgbClr val="FCFCFC"/>
              </a:solidFill>
              <a:latin typeface="Aptos" panose="020B0004020202020204" pitchFamily="34" charset="0"/>
              <a:ea typeface="Noto Sans KR" panose="020B0200000000000000" pitchFamily="50" charset="-127"/>
            </a:endParaRPr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E87505A7-DF02-4A61-DB27-D65B838E55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81176" y="4944458"/>
            <a:ext cx="2167479" cy="334863"/>
          </a:xfrm>
          <a:prstGeom prst="rect">
            <a:avLst/>
          </a:prstGeom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82C0E2C5-E872-0031-D322-3A254A7D282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90246" y="1346067"/>
            <a:ext cx="342948" cy="323895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9260EAEF-D6C5-91AC-D087-BE271427DC2C}"/>
              </a:ext>
            </a:extLst>
          </p:cNvPr>
          <p:cNvSpPr txBox="1"/>
          <p:nvPr/>
        </p:nvSpPr>
        <p:spPr>
          <a:xfrm>
            <a:off x="2737944" y="1388423"/>
            <a:ext cx="2295525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altLang="ko-KR" sz="1400">
                <a:solidFill>
                  <a:srgbClr val="9E9E9E"/>
                </a:solidFill>
                <a:latin typeface="Aptos"/>
                <a:ea typeface="Noto Sans KR"/>
              </a:rPr>
              <a:t>5s </a:t>
            </a:r>
            <a:r>
              <a:rPr lang="ko-KR" altLang="en-US" sz="1400">
                <a:solidFill>
                  <a:srgbClr val="9E9E9E"/>
                </a:solidFill>
                <a:latin typeface="Aptos"/>
                <a:ea typeface="Noto Sans KR"/>
              </a:rPr>
              <a:t>동안 생각함</a:t>
            </a:r>
            <a:endParaRPr lang="ko-KR" altLang="en-US" sz="1400">
              <a:solidFill>
                <a:srgbClr val="9E9E9E"/>
              </a:solidFill>
              <a:latin typeface="Aptos" panose="020B0004020202020204" pitchFamily="34" charset="0"/>
              <a:ea typeface="Noto Sans KR" panose="020B0200000000000000" pitchFamily="50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E4A6EA6-0AE5-12C8-D513-45DC9D9B0A7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52562" y="6395234"/>
            <a:ext cx="123842" cy="133369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299BF13E-F93A-4492-DAB8-A42A755DFD2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62966" y="6313856"/>
            <a:ext cx="224238" cy="26161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A5691AE-38AD-7A08-29AB-A2150B7179B8}"/>
              </a:ext>
            </a:extLst>
          </p:cNvPr>
          <p:cNvSpPr txBox="1"/>
          <p:nvPr/>
        </p:nvSpPr>
        <p:spPr>
          <a:xfrm>
            <a:off x="8636113" y="6306161"/>
            <a:ext cx="5619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>
                <a:solidFill>
                  <a:srgbClr val="FCFCFC"/>
                </a:solidFill>
                <a:latin typeface="Aptos" panose="020B0004020202020204" pitchFamily="34" charset="0"/>
              </a:rPr>
              <a:t>Fast</a:t>
            </a:r>
            <a:endParaRPr lang="ko-KR" altLang="en-US" sz="1200">
              <a:solidFill>
                <a:srgbClr val="FCFCFC"/>
              </a:solidFill>
              <a:latin typeface="Aptos" panose="020B0004020202020204" pitchFamily="34" charset="0"/>
            </a:endParaRPr>
          </a:p>
        </p:txBody>
      </p:sp>
      <p:sp>
        <p:nvSpPr>
          <p:cNvPr id="18" name="순서도: 대체 처리 22">
            <a:extLst>
              <a:ext uri="{FF2B5EF4-FFF2-40B4-BE49-F238E27FC236}">
                <a16:creationId xmlns:a16="http://schemas.microsoft.com/office/drawing/2014/main" id="{0F8125E2-539B-B870-8904-A154DB8AC342}"/>
              </a:ext>
            </a:extLst>
          </p:cNvPr>
          <p:cNvSpPr/>
          <p:nvPr/>
        </p:nvSpPr>
        <p:spPr>
          <a:xfrm>
            <a:off x="2481176" y="3132856"/>
            <a:ext cx="7211505" cy="1676567"/>
          </a:xfrm>
          <a:prstGeom prst="flowChartAlternateProcess">
            <a:avLst/>
          </a:prstGeom>
          <a:solidFill>
            <a:srgbClr val="181818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>
              <a:lnSpc>
                <a:spcPct val="130000"/>
              </a:lnSpc>
            </a:pPr>
            <a:r>
              <a:rPr lang="en-US" sz="1100">
                <a:solidFill>
                  <a:srgbClr val="FCFCFC"/>
                </a:solidFill>
                <a:latin typeface="Consolas" panose="020B0609020204030204" pitchFamily="49" charset="0"/>
                <a:ea typeface="+mn-lt"/>
                <a:cs typeface="+mn-lt"/>
              </a:rPr>
              <a:t>Mesh</a:t>
            </a:r>
            <a:endParaRPr lang="en-US">
              <a:latin typeface="Consolas" panose="020B0609020204030204" pitchFamily="49" charset="0"/>
              <a:ea typeface="+mn-lt"/>
              <a:cs typeface="+mn-lt"/>
            </a:endParaRPr>
          </a:p>
          <a:p>
            <a:pPr>
              <a:lnSpc>
                <a:spcPct val="130000"/>
              </a:lnSpc>
            </a:pPr>
            <a:r>
              <a:rPr lang="en-US" sz="1100">
                <a:solidFill>
                  <a:srgbClr val="FCFCFC"/>
                </a:solidFill>
                <a:latin typeface="Consolas" panose="020B0609020204030204" pitchFamily="49" charset="0"/>
                <a:ea typeface="+mn-lt"/>
                <a:cs typeface="+mn-lt"/>
              </a:rPr>
              <a:t>Skeleton</a:t>
            </a:r>
            <a:endParaRPr lang="en-US">
              <a:latin typeface="Consolas" panose="020B0609020204030204" pitchFamily="49" charset="0"/>
              <a:ea typeface="+mn-lt"/>
              <a:cs typeface="+mn-lt"/>
            </a:endParaRPr>
          </a:p>
          <a:p>
            <a:pPr>
              <a:lnSpc>
                <a:spcPct val="130000"/>
              </a:lnSpc>
            </a:pPr>
            <a:r>
              <a:rPr lang="en-US" sz="1100">
                <a:solidFill>
                  <a:srgbClr val="FCFCFC"/>
                </a:solidFill>
                <a:latin typeface="Consolas" panose="020B0609020204030204" pitchFamily="49" charset="0"/>
                <a:ea typeface="+mn-lt"/>
                <a:cs typeface="+mn-lt"/>
              </a:rPr>
              <a:t>Bone</a:t>
            </a:r>
            <a:r>
              <a:rPr lang="en-US" altLang="ko-KR" sz="1100">
                <a:solidFill>
                  <a:srgbClr val="FCFCFC"/>
                </a:solidFill>
                <a:latin typeface="Consolas" panose="020B0609020204030204" pitchFamily="49" charset="0"/>
                <a:ea typeface="+mn-lt"/>
                <a:cs typeface="+mn-lt"/>
              </a:rPr>
              <a:t> </a:t>
            </a:r>
            <a:r>
              <a:rPr lang="en-US" sz="1100">
                <a:solidFill>
                  <a:srgbClr val="FCFCFC"/>
                </a:solidFill>
                <a:latin typeface="Consolas" panose="020B0609020204030204" pitchFamily="49" charset="0"/>
                <a:ea typeface="+mn-lt"/>
                <a:cs typeface="+mn-lt"/>
              </a:rPr>
              <a:t>Hierarchy</a:t>
            </a:r>
            <a:endParaRPr lang="en-US">
              <a:latin typeface="Consolas" panose="020B0609020204030204" pitchFamily="49" charset="0"/>
            </a:endParaRPr>
          </a:p>
          <a:p>
            <a:pPr>
              <a:lnSpc>
                <a:spcPct val="130000"/>
              </a:lnSpc>
            </a:pPr>
            <a:r>
              <a:rPr lang="en-US" sz="1100">
                <a:solidFill>
                  <a:srgbClr val="FCFCFC"/>
                </a:solidFill>
                <a:latin typeface="Consolas" panose="020B0609020204030204" pitchFamily="49" charset="0"/>
                <a:ea typeface="+mn-lt"/>
                <a:cs typeface="+mn-lt"/>
              </a:rPr>
              <a:t>Skinning</a:t>
            </a:r>
            <a:r>
              <a:rPr lang="en-US" altLang="ko-KR" sz="1100">
                <a:solidFill>
                  <a:srgbClr val="FCFCFC"/>
                </a:solidFill>
                <a:latin typeface="Consolas" panose="020B0609020204030204" pitchFamily="49" charset="0"/>
                <a:ea typeface="+mn-lt"/>
                <a:cs typeface="+mn-lt"/>
              </a:rPr>
              <a:t> Weight</a:t>
            </a:r>
            <a:endParaRPr lang="en-US" altLang="ko-KR">
              <a:latin typeface="Consolas" panose="020B0609020204030204" pitchFamily="49" charset="0"/>
              <a:ea typeface="+mn-lt"/>
              <a:cs typeface="+mn-lt"/>
            </a:endParaRPr>
          </a:p>
          <a:p>
            <a:pPr>
              <a:lnSpc>
                <a:spcPct val="130000"/>
              </a:lnSpc>
            </a:pPr>
            <a:r>
              <a:rPr lang="en-US" altLang="ko-KR" sz="1100">
                <a:solidFill>
                  <a:srgbClr val="FCFCFC"/>
                </a:solidFill>
                <a:latin typeface="Consolas" panose="020B0609020204030204" pitchFamily="49" charset="0"/>
                <a:ea typeface="+mn-lt"/>
                <a:cs typeface="+mn-lt"/>
              </a:rPr>
              <a:t>Material</a:t>
            </a:r>
            <a:endParaRPr lang="ko-KR" altLang="en-US">
              <a:latin typeface="Consolas" panose="020B0609020204030204" pitchFamily="49" charset="0"/>
            </a:endParaRPr>
          </a:p>
          <a:p>
            <a:pPr>
              <a:lnSpc>
                <a:spcPct val="130000"/>
              </a:lnSpc>
            </a:pPr>
            <a:r>
              <a:rPr lang="en-US" altLang="ko-KR" sz="1100">
                <a:solidFill>
                  <a:srgbClr val="FCFCFC"/>
                </a:solidFill>
                <a:latin typeface="Consolas" panose="020B0609020204030204" pitchFamily="49" charset="0"/>
                <a:ea typeface="+mn-lt"/>
                <a:cs typeface="+mn-lt"/>
              </a:rPr>
              <a:t>Animation</a:t>
            </a:r>
            <a:endParaRPr lang="en-US">
              <a:latin typeface="Consolas" panose="020B0609020204030204" pitchFamily="49" charset="0"/>
            </a:endParaRPr>
          </a:p>
        </p:txBody>
      </p:sp>
      <p:pic>
        <p:nvPicPr>
          <p:cNvPr id="20" name="그림 23">
            <a:extLst>
              <a:ext uri="{FF2B5EF4-FFF2-40B4-BE49-F238E27FC236}">
                <a16:creationId xmlns:a16="http://schemas.microsoft.com/office/drawing/2014/main" id="{84E9B6CE-5F30-D9CF-64C2-D8A691C2948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42428" y="3243077"/>
            <a:ext cx="182963" cy="176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41037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40CF15-6FBE-5E04-69BA-274DF83A22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201B9215-64C8-54E5-4E6A-0E106C83EEE5}"/>
              </a:ext>
            </a:extLst>
          </p:cNvPr>
          <p:cNvSpPr/>
          <p:nvPr/>
        </p:nvSpPr>
        <p:spPr>
          <a:xfrm>
            <a:off x="2490246" y="4975632"/>
            <a:ext cx="7211505" cy="742619"/>
          </a:xfrm>
          <a:prstGeom prst="roundRect">
            <a:avLst/>
          </a:prstGeom>
          <a:solidFill>
            <a:srgbClr val="181818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endParaRPr lang="en-US" altLang="ko-KR" sz="1200">
              <a:latin typeface="Consolas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8778168C-0608-0E3B-87B3-060D21CAE9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47205" y="97434"/>
            <a:ext cx="219106" cy="257211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ADD5F7C1-6F38-FE27-588D-9944CBB4824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690" y="97435"/>
            <a:ext cx="609576" cy="609576"/>
          </a:xfrm>
          <a:prstGeom prst="rect">
            <a:avLst/>
          </a:prstGeom>
        </p:spPr>
      </p:pic>
      <p:sp>
        <p:nvSpPr>
          <p:cNvPr id="15" name="순서도: 대체 처리 14">
            <a:extLst>
              <a:ext uri="{FF2B5EF4-FFF2-40B4-BE49-F238E27FC236}">
                <a16:creationId xmlns:a16="http://schemas.microsoft.com/office/drawing/2014/main" id="{B0CC058E-5BC2-566D-4322-A14701D8C7DE}"/>
              </a:ext>
            </a:extLst>
          </p:cNvPr>
          <p:cNvSpPr/>
          <p:nvPr/>
        </p:nvSpPr>
        <p:spPr>
          <a:xfrm>
            <a:off x="7931491" y="706186"/>
            <a:ext cx="1760492" cy="455415"/>
          </a:xfrm>
          <a:prstGeom prst="flowChartAlternateProcess">
            <a:avLst/>
          </a:prstGeom>
          <a:solidFill>
            <a:srgbClr val="2B2B2B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ko-KR" altLang="en-US" sz="1400">
                <a:solidFill>
                  <a:srgbClr val="FCFCFC"/>
                </a:solidFill>
                <a:latin typeface="Aptos"/>
                <a:ea typeface="Noto Sans KR"/>
              </a:rPr>
              <a:t>그걸</a:t>
            </a:r>
            <a:r>
              <a:rPr lang="en-US" altLang="ko-KR" sz="1400">
                <a:solidFill>
                  <a:srgbClr val="FCFCFC"/>
                </a:solidFill>
                <a:latin typeface="Aptos"/>
                <a:ea typeface="Noto Sans KR"/>
              </a:rPr>
              <a:t> </a:t>
            </a:r>
            <a:r>
              <a:rPr lang="ko-KR" altLang="en-US" sz="1400">
                <a:solidFill>
                  <a:srgbClr val="FCFCFC"/>
                </a:solidFill>
                <a:latin typeface="Aptos"/>
                <a:ea typeface="Noto Sans KR"/>
              </a:rPr>
              <a:t>어떻게</a:t>
            </a:r>
            <a:r>
              <a:rPr lang="en-US" altLang="ko-KR" sz="1400">
                <a:solidFill>
                  <a:srgbClr val="FCFCFC"/>
                </a:solidFill>
                <a:latin typeface="Aptos"/>
                <a:ea typeface="Noto Sans KR"/>
              </a:rPr>
              <a:t> </a:t>
            </a:r>
            <a:r>
              <a:rPr lang="ko-KR" altLang="en-US" sz="1400">
                <a:solidFill>
                  <a:srgbClr val="FCFCFC"/>
                </a:solidFill>
                <a:latin typeface="Aptos"/>
                <a:ea typeface="Noto Sans KR"/>
              </a:rPr>
              <a:t>하는데</a:t>
            </a:r>
            <a:r>
              <a:rPr lang="en-US" altLang="ko-KR" sz="1400">
                <a:solidFill>
                  <a:srgbClr val="FCFCFC"/>
                </a:solidFill>
                <a:latin typeface="Aptos"/>
                <a:ea typeface="Noto Sans KR"/>
              </a:rPr>
              <a:t>?</a:t>
            </a:r>
            <a:endParaRPr lang="ko-KR" sz="1400">
              <a:solidFill>
                <a:srgbClr val="000000"/>
              </a:solidFill>
              <a:latin typeface="Aptos"/>
              <a:ea typeface="Noto Sans KR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FB12BE4-BD36-B861-F354-0D671CC58EA2}"/>
              </a:ext>
            </a:extLst>
          </p:cNvPr>
          <p:cNvSpPr txBox="1"/>
          <p:nvPr/>
        </p:nvSpPr>
        <p:spPr>
          <a:xfrm>
            <a:off x="2490246" y="1756649"/>
            <a:ext cx="7211505" cy="63222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30000"/>
              </a:lnSpc>
            </a:pPr>
            <a:r>
              <a:rPr lang="ko-KR" altLang="en-US" sz="1400">
                <a:solidFill>
                  <a:srgbClr val="FCFCFC"/>
                </a:solidFill>
                <a:latin typeface="Aptos"/>
                <a:ea typeface="Noto Sans KR"/>
              </a:rPr>
              <a:t>FBX는 다음과 같이 구성됩니다</a:t>
            </a:r>
            <a:r>
              <a:rPr lang="en-US" altLang="ko-KR" sz="1400">
                <a:solidFill>
                  <a:srgbClr val="FCFCFC"/>
                </a:solidFill>
                <a:latin typeface="Aptos"/>
                <a:ea typeface="Noto Sans KR"/>
              </a:rPr>
              <a:t>:</a:t>
            </a:r>
            <a:endParaRPr lang="ko-KR" altLang="en-US" sz="1400">
              <a:solidFill>
                <a:srgbClr val="FCFCFC"/>
              </a:solidFill>
              <a:latin typeface="Aptos"/>
              <a:ea typeface="Noto Sans KR"/>
            </a:endParaRPr>
          </a:p>
          <a:p>
            <a:pPr>
              <a:lnSpc>
                <a:spcPct val="130000"/>
              </a:lnSpc>
            </a:pPr>
            <a:endParaRPr lang="ko-KR" altLang="en-US" sz="1400">
              <a:solidFill>
                <a:srgbClr val="FCFCFC"/>
              </a:solidFill>
              <a:latin typeface="Aptos"/>
              <a:ea typeface="Noto Sans KR"/>
            </a:endParaRPr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07773C43-3772-04E5-40E7-51AE4C058E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90246" y="1346067"/>
            <a:ext cx="342948" cy="323895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EB82C066-FC2C-7E7E-AE0A-28080BBCB4B3}"/>
              </a:ext>
            </a:extLst>
          </p:cNvPr>
          <p:cNvSpPr txBox="1"/>
          <p:nvPr/>
        </p:nvSpPr>
        <p:spPr>
          <a:xfrm>
            <a:off x="2737944" y="1388423"/>
            <a:ext cx="2295525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altLang="ko-KR" sz="1400">
                <a:solidFill>
                  <a:srgbClr val="9E9E9E"/>
                </a:solidFill>
                <a:latin typeface="Aptos"/>
                <a:ea typeface="Noto Sans KR"/>
              </a:rPr>
              <a:t>21s </a:t>
            </a:r>
            <a:r>
              <a:rPr lang="ko-KR" altLang="en-US" sz="1400">
                <a:solidFill>
                  <a:srgbClr val="9E9E9E"/>
                </a:solidFill>
                <a:latin typeface="Aptos"/>
                <a:ea typeface="Noto Sans KR"/>
              </a:rPr>
              <a:t>동안 생각함</a:t>
            </a:r>
            <a:endParaRPr lang="ko-KR" altLang="en-US" sz="1400">
              <a:solidFill>
                <a:srgbClr val="9E9E9E"/>
              </a:solidFill>
              <a:latin typeface="Aptos" panose="020B0004020202020204" pitchFamily="34" charset="0"/>
              <a:ea typeface="Noto Sans KR" panose="020B0200000000000000" pitchFamily="50" charset="-127"/>
            </a:endParaRPr>
          </a:p>
        </p:txBody>
      </p:sp>
      <p:sp>
        <p:nvSpPr>
          <p:cNvPr id="10" name="순서도: 대체 처리 9">
            <a:extLst>
              <a:ext uri="{FF2B5EF4-FFF2-40B4-BE49-F238E27FC236}">
                <a16:creationId xmlns:a16="http://schemas.microsoft.com/office/drawing/2014/main" id="{C8256B83-5DDB-58A4-F0C7-65D7305612A2}"/>
              </a:ext>
            </a:extLst>
          </p:cNvPr>
          <p:cNvSpPr/>
          <p:nvPr/>
        </p:nvSpPr>
        <p:spPr>
          <a:xfrm>
            <a:off x="2490247" y="6268537"/>
            <a:ext cx="7211505" cy="367646"/>
          </a:xfrm>
          <a:prstGeom prst="flowChartAlternateProcess">
            <a:avLst/>
          </a:prstGeom>
          <a:solidFill>
            <a:srgbClr val="141414"/>
          </a:solidFill>
          <a:ln w="6350">
            <a:solidFill>
              <a:srgbClr val="7B7B7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b"/>
          <a:lstStyle/>
          <a:p>
            <a:pPr>
              <a:lnSpc>
                <a:spcPct val="130000"/>
              </a:lnSpc>
            </a:pPr>
            <a:r>
              <a:rPr lang="en-US" altLang="ko-KR" sz="1600" b="1">
                <a:solidFill>
                  <a:srgbClr val="FCFCFC"/>
                </a:solidFill>
                <a:latin typeface="Aptos"/>
                <a:ea typeface="맑은 고딕"/>
              </a:rPr>
              <a:t> +</a:t>
            </a:r>
            <a:r>
              <a:rPr lang="en-US" altLang="ko-KR" sz="1100" b="1">
                <a:solidFill>
                  <a:srgbClr val="454545"/>
                </a:solidFill>
                <a:latin typeface="Aptos"/>
                <a:ea typeface="맑은 고딕"/>
              </a:rPr>
              <a:t>    </a:t>
            </a:r>
            <a:r>
              <a:rPr lang="en-US" altLang="ko-KR" sz="1400">
                <a:solidFill>
                  <a:srgbClr val="7B7B7B"/>
                </a:solidFill>
                <a:latin typeface="Aptos"/>
                <a:ea typeface="맑은 고딕"/>
              </a:rPr>
              <a:t>Ask “What is skeletal mesh?”</a:t>
            </a:r>
            <a:endParaRPr lang="ko-KR" altLang="en-US" sz="1100">
              <a:solidFill>
                <a:srgbClr val="7B7B7B"/>
              </a:solidFill>
              <a:latin typeface="Aptos"/>
              <a:ea typeface="맑은 고딕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8F8E9F0-24DC-EC83-4E7F-116946ABDADE}"/>
              </a:ext>
            </a:extLst>
          </p:cNvPr>
          <p:cNvSpPr txBox="1"/>
          <p:nvPr/>
        </p:nvSpPr>
        <p:spPr>
          <a:xfrm>
            <a:off x="8636113" y="6306161"/>
            <a:ext cx="5619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>
                <a:solidFill>
                  <a:srgbClr val="FCFCFC"/>
                </a:solidFill>
                <a:latin typeface="Aptos" panose="020B0004020202020204" pitchFamily="34" charset="0"/>
              </a:rPr>
              <a:t>Pro</a:t>
            </a:r>
            <a:endParaRPr lang="ko-KR" altLang="en-US" sz="1200">
              <a:solidFill>
                <a:srgbClr val="FCFCFC"/>
              </a:solidFill>
              <a:latin typeface="Aptos" panose="020B0004020202020204" pitchFamily="34" charset="0"/>
            </a:endParaRP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B80EA9E5-A22F-E309-59DC-F15E77BC7A9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62966" y="6313856"/>
            <a:ext cx="224238" cy="261611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F682A0C1-525D-C223-3E74-13658BB190D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52562" y="6395234"/>
            <a:ext cx="123842" cy="133369"/>
          </a:xfrm>
          <a:prstGeom prst="rect">
            <a:avLst/>
          </a:prstGeom>
        </p:spPr>
      </p:pic>
      <p:pic>
        <p:nvPicPr>
          <p:cNvPr id="18" name="그림 23">
            <a:extLst>
              <a:ext uri="{FF2B5EF4-FFF2-40B4-BE49-F238E27FC236}">
                <a16:creationId xmlns:a16="http://schemas.microsoft.com/office/drawing/2014/main" id="{A7D9D5E4-9F67-CAFE-7A6D-2D445B7F1E6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14483" y="2465816"/>
            <a:ext cx="182963" cy="176429"/>
          </a:xfrm>
          <a:prstGeom prst="rect">
            <a:avLst/>
          </a:prstGeom>
        </p:spPr>
      </p:pic>
      <p:sp>
        <p:nvSpPr>
          <p:cNvPr id="19" name="순서도: 대체 처리 18">
            <a:extLst>
              <a:ext uri="{FF2B5EF4-FFF2-40B4-BE49-F238E27FC236}">
                <a16:creationId xmlns:a16="http://schemas.microsoft.com/office/drawing/2014/main" id="{9FA938E5-13CE-5915-1186-A9C6AACEFFD7}"/>
              </a:ext>
            </a:extLst>
          </p:cNvPr>
          <p:cNvSpPr/>
          <p:nvPr/>
        </p:nvSpPr>
        <p:spPr>
          <a:xfrm>
            <a:off x="2490245" y="2207950"/>
            <a:ext cx="7211505" cy="989814"/>
          </a:xfrm>
          <a:prstGeom prst="flowChartAlternateProcess">
            <a:avLst/>
          </a:prstGeom>
          <a:solidFill>
            <a:srgbClr val="181818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endParaRPr lang="en-US" altLang="ko-KR" sz="1200">
              <a:latin typeface="Consolas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09236EC3-8EBE-FCD8-C4AE-1D6AFFD92471}"/>
              </a:ext>
            </a:extLst>
          </p:cNvPr>
          <p:cNvSpPr/>
          <p:nvPr/>
        </p:nvSpPr>
        <p:spPr>
          <a:xfrm>
            <a:off x="2490246" y="2785786"/>
            <a:ext cx="7211505" cy="2392428"/>
          </a:xfrm>
          <a:prstGeom prst="rect">
            <a:avLst/>
          </a:prstGeom>
          <a:solidFill>
            <a:srgbClr val="181818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altLang="ko-KR" sz="1100">
                <a:solidFill>
                  <a:srgbClr val="FCFCFC"/>
                </a:solidFill>
                <a:latin typeface="Consolas"/>
                <a:ea typeface="+mn-lt"/>
                <a:cs typeface="+mn-lt"/>
              </a:rPr>
              <a:t> </a:t>
            </a:r>
            <a:r>
              <a:rPr lang="en-US" altLang="ko-KR" sz="1100" err="1">
                <a:solidFill>
                  <a:srgbClr val="FCFCFC"/>
                </a:solidFill>
                <a:latin typeface="Consolas"/>
                <a:ea typeface="+mn-lt"/>
                <a:cs typeface="+mn-lt"/>
              </a:rPr>
              <a:t>FbxScene</a:t>
            </a:r>
            <a:endParaRPr lang="ko-KR" altLang="en-US" sz="1100" err="1">
              <a:latin typeface="Consolas"/>
            </a:endParaRPr>
          </a:p>
          <a:p>
            <a:r>
              <a:rPr lang="en-US" altLang="ko-KR" sz="1100">
                <a:solidFill>
                  <a:srgbClr val="FCFCFC"/>
                </a:solidFill>
                <a:latin typeface="Consolas"/>
                <a:ea typeface="+mn-lt"/>
                <a:cs typeface="+mn-lt"/>
              </a:rPr>
              <a:t> ├─ </a:t>
            </a:r>
            <a:r>
              <a:rPr lang="en-US" altLang="ko-KR" sz="1100" err="1">
                <a:solidFill>
                  <a:srgbClr val="FCFCFC"/>
                </a:solidFill>
                <a:latin typeface="Consolas"/>
                <a:ea typeface="+mn-lt"/>
                <a:cs typeface="+mn-lt"/>
              </a:rPr>
              <a:t>RootNode</a:t>
            </a:r>
            <a:endParaRPr lang="en-US" altLang="ko-KR" sz="1100" err="1">
              <a:latin typeface="Consolas"/>
            </a:endParaRPr>
          </a:p>
          <a:p>
            <a:r>
              <a:rPr lang="en-US" altLang="ko-KR" sz="1100">
                <a:solidFill>
                  <a:srgbClr val="FCFCFC"/>
                </a:solidFill>
                <a:latin typeface="Consolas"/>
                <a:ea typeface="+mn-lt"/>
                <a:cs typeface="+mn-lt"/>
              </a:rPr>
              <a:t> │   └─ </a:t>
            </a:r>
            <a:r>
              <a:rPr lang="en-US" altLang="ko-KR" sz="1100" err="1">
                <a:solidFill>
                  <a:srgbClr val="FCFCFC"/>
                </a:solidFill>
                <a:latin typeface="Consolas"/>
                <a:ea typeface="+mn-lt"/>
                <a:cs typeface="+mn-lt"/>
              </a:rPr>
              <a:t>FbxNode</a:t>
            </a:r>
            <a:r>
              <a:rPr lang="en-US" altLang="ko-KR" sz="1100">
                <a:solidFill>
                  <a:srgbClr val="FCFCFC"/>
                </a:solidFill>
                <a:latin typeface="Consolas"/>
                <a:ea typeface="+mn-lt"/>
                <a:cs typeface="+mn-lt"/>
              </a:rPr>
              <a:t> Tree</a:t>
            </a:r>
            <a:endParaRPr lang="en-US" altLang="ko-KR" sz="1100">
              <a:latin typeface="Consolas"/>
            </a:endParaRPr>
          </a:p>
          <a:p>
            <a:r>
              <a:rPr lang="en-US" altLang="ko-KR" sz="1100">
                <a:solidFill>
                  <a:srgbClr val="FCFCFC"/>
                </a:solidFill>
                <a:latin typeface="Consolas" panose="020B0609020204030204" pitchFamily="49" charset="0"/>
                <a:ea typeface="+mn-lt"/>
                <a:cs typeface="+mn-lt"/>
              </a:rPr>
              <a:t> │       ├─ Transform</a:t>
            </a:r>
            <a:endParaRPr lang="en-US" altLang="ko-KR" sz="1100">
              <a:latin typeface="Consolas" panose="020B0609020204030204" pitchFamily="49" charset="0"/>
            </a:endParaRPr>
          </a:p>
          <a:p>
            <a:r>
              <a:rPr lang="en-US" altLang="ko-KR" sz="1100">
                <a:solidFill>
                  <a:srgbClr val="FCFCFC"/>
                </a:solidFill>
                <a:latin typeface="Consolas"/>
                <a:ea typeface="+mn-lt"/>
                <a:cs typeface="+mn-lt"/>
              </a:rPr>
              <a:t> │       ├─ </a:t>
            </a:r>
            <a:r>
              <a:rPr lang="en-US" altLang="ko-KR" sz="1100" err="1">
                <a:solidFill>
                  <a:srgbClr val="FCFCFC"/>
                </a:solidFill>
                <a:latin typeface="Consolas"/>
                <a:ea typeface="+mn-lt"/>
                <a:cs typeface="+mn-lt"/>
              </a:rPr>
              <a:t>NodeAttribute</a:t>
            </a:r>
            <a:endParaRPr lang="en-US" altLang="ko-KR" sz="1100" err="1">
              <a:latin typeface="Consolas"/>
            </a:endParaRPr>
          </a:p>
          <a:p>
            <a:r>
              <a:rPr lang="en-US" altLang="ko-KR" sz="1100">
                <a:solidFill>
                  <a:srgbClr val="FCFCFC"/>
                </a:solidFill>
                <a:latin typeface="Consolas"/>
                <a:ea typeface="+mn-lt"/>
                <a:cs typeface="+mn-lt"/>
              </a:rPr>
              <a:t> │       │   ├─ </a:t>
            </a:r>
            <a:r>
              <a:rPr lang="en-US" altLang="ko-KR" sz="1100" err="1">
                <a:solidFill>
                  <a:srgbClr val="FCFCFC"/>
                </a:solidFill>
                <a:latin typeface="Consolas"/>
                <a:ea typeface="+mn-lt"/>
                <a:cs typeface="+mn-lt"/>
              </a:rPr>
              <a:t>FbxMesh</a:t>
            </a:r>
            <a:endParaRPr lang="en-US" altLang="ko-KR" sz="1100" err="1">
              <a:latin typeface="Consolas"/>
            </a:endParaRPr>
          </a:p>
          <a:p>
            <a:r>
              <a:rPr lang="en-US" altLang="ko-KR" sz="1100">
                <a:solidFill>
                  <a:srgbClr val="FCFCFC"/>
                </a:solidFill>
                <a:latin typeface="Consolas"/>
                <a:ea typeface="+mn-lt"/>
                <a:cs typeface="+mn-lt"/>
              </a:rPr>
              <a:t> │       │   ├─ </a:t>
            </a:r>
            <a:r>
              <a:rPr lang="en-US" altLang="ko-KR" sz="1100" err="1">
                <a:solidFill>
                  <a:srgbClr val="FCFCFC"/>
                </a:solidFill>
                <a:latin typeface="Consolas"/>
                <a:ea typeface="+mn-lt"/>
                <a:cs typeface="+mn-lt"/>
              </a:rPr>
              <a:t>FbxSkeleton</a:t>
            </a:r>
            <a:endParaRPr lang="en-US" altLang="ko-KR" sz="1100" err="1">
              <a:latin typeface="Consolas"/>
            </a:endParaRPr>
          </a:p>
          <a:p>
            <a:r>
              <a:rPr lang="en-US" altLang="ko-KR" sz="1100">
                <a:solidFill>
                  <a:srgbClr val="FCFCFC"/>
                </a:solidFill>
                <a:latin typeface="Consolas"/>
                <a:ea typeface="+mn-lt"/>
                <a:cs typeface="+mn-lt"/>
              </a:rPr>
              <a:t> │       │   ├─ </a:t>
            </a:r>
            <a:r>
              <a:rPr lang="en-US" altLang="ko-KR" sz="1100" err="1">
                <a:solidFill>
                  <a:srgbClr val="FCFCFC"/>
                </a:solidFill>
                <a:latin typeface="Consolas"/>
                <a:ea typeface="+mn-lt"/>
                <a:cs typeface="+mn-lt"/>
              </a:rPr>
              <a:t>FbxCamera</a:t>
            </a:r>
            <a:endParaRPr lang="en-US" altLang="ko-KR" sz="1100" err="1">
              <a:latin typeface="Consolas"/>
            </a:endParaRPr>
          </a:p>
          <a:p>
            <a:r>
              <a:rPr lang="en-US" altLang="ko-KR" sz="1100">
                <a:solidFill>
                  <a:srgbClr val="FCFCFC"/>
                </a:solidFill>
                <a:latin typeface="Consolas"/>
                <a:ea typeface="+mn-lt"/>
                <a:cs typeface="+mn-lt"/>
              </a:rPr>
              <a:t> │       │   └─ </a:t>
            </a:r>
            <a:r>
              <a:rPr lang="en-US" altLang="ko-KR" sz="1100" err="1">
                <a:solidFill>
                  <a:srgbClr val="FCFCFC"/>
                </a:solidFill>
                <a:latin typeface="Consolas"/>
                <a:ea typeface="+mn-lt"/>
                <a:cs typeface="+mn-lt"/>
              </a:rPr>
              <a:t>FbxLight</a:t>
            </a:r>
            <a:endParaRPr lang="en-US" altLang="ko-KR" sz="1100" err="1">
              <a:latin typeface="Consolas"/>
            </a:endParaRPr>
          </a:p>
          <a:p>
            <a:r>
              <a:rPr lang="en-US" altLang="ko-KR" sz="1100">
                <a:solidFill>
                  <a:srgbClr val="FCFCFC"/>
                </a:solidFill>
                <a:latin typeface="Consolas" panose="020B0609020204030204" pitchFamily="49" charset="0"/>
                <a:ea typeface="+mn-lt"/>
                <a:cs typeface="+mn-lt"/>
              </a:rPr>
              <a:t> │       ├─ Material References</a:t>
            </a:r>
            <a:endParaRPr lang="en-US" altLang="ko-KR" sz="1100">
              <a:latin typeface="Consolas" panose="020B0609020204030204" pitchFamily="49" charset="0"/>
            </a:endParaRPr>
          </a:p>
          <a:p>
            <a:r>
              <a:rPr lang="en-US" altLang="ko-KR" sz="1100">
                <a:solidFill>
                  <a:srgbClr val="FCFCFC"/>
                </a:solidFill>
                <a:latin typeface="Consolas" panose="020B0609020204030204" pitchFamily="49" charset="0"/>
                <a:ea typeface="+mn-lt"/>
                <a:cs typeface="+mn-lt"/>
              </a:rPr>
              <a:t> │       └─ Children</a:t>
            </a:r>
            <a:endParaRPr lang="en-US" altLang="ko-KR" sz="1100">
              <a:latin typeface="Consolas" panose="020B0609020204030204" pitchFamily="49" charset="0"/>
            </a:endParaRPr>
          </a:p>
          <a:p>
            <a:r>
              <a:rPr lang="en-US" altLang="ko-KR" sz="1100">
                <a:solidFill>
                  <a:srgbClr val="FCFCFC"/>
                </a:solidFill>
                <a:latin typeface="Consolas" panose="020B0609020204030204" pitchFamily="49" charset="0"/>
                <a:ea typeface="+mn-lt"/>
                <a:cs typeface="+mn-lt"/>
              </a:rPr>
              <a:t> │</a:t>
            </a:r>
            <a:endParaRPr lang="en-US" altLang="ko-KR" sz="1100">
              <a:latin typeface="Consolas" panose="020B0609020204030204" pitchFamily="49" charset="0"/>
            </a:endParaRPr>
          </a:p>
          <a:p>
            <a:r>
              <a:rPr lang="en-US" altLang="ko-KR" sz="1100">
                <a:solidFill>
                  <a:srgbClr val="FCFCFC"/>
                </a:solidFill>
                <a:latin typeface="Consolas" panose="020B0609020204030204" pitchFamily="49" charset="0"/>
                <a:ea typeface="+mn-lt"/>
                <a:cs typeface="+mn-lt"/>
              </a:rPr>
              <a:t> ├─ Pose List</a:t>
            </a:r>
            <a:endParaRPr lang="en-US" altLang="ko-KR" sz="1100">
              <a:latin typeface="Consolas" panose="020B0609020204030204" pitchFamily="49" charset="0"/>
            </a:endParaRPr>
          </a:p>
          <a:p>
            <a:r>
              <a:rPr lang="en-US" altLang="ko-KR" sz="1100">
                <a:solidFill>
                  <a:srgbClr val="FCFCFC"/>
                </a:solidFill>
                <a:latin typeface="Consolas"/>
                <a:ea typeface="+mn-lt"/>
                <a:cs typeface="+mn-lt"/>
              </a:rPr>
              <a:t> │   └─ </a:t>
            </a:r>
            <a:r>
              <a:rPr lang="en-US" altLang="ko-KR" sz="1100" err="1">
                <a:solidFill>
                  <a:srgbClr val="FCFCFC"/>
                </a:solidFill>
                <a:latin typeface="Consolas"/>
                <a:ea typeface="+mn-lt"/>
                <a:cs typeface="+mn-lt"/>
              </a:rPr>
              <a:t>FbxPose</a:t>
            </a:r>
            <a:endParaRPr lang="en-US" altLang="ko-KR" sz="1100" err="1">
              <a:latin typeface="Consolas"/>
            </a:endParaRPr>
          </a:p>
          <a:p>
            <a:r>
              <a:rPr lang="en-US" altLang="ko-KR" sz="1100">
                <a:solidFill>
                  <a:srgbClr val="FCFCFC"/>
                </a:solidFill>
                <a:latin typeface="Consolas" panose="020B0609020204030204" pitchFamily="49" charset="0"/>
                <a:ea typeface="+mn-lt"/>
                <a:cs typeface="+mn-lt"/>
              </a:rPr>
              <a:t> │       └─ Node → Bind Matrix</a:t>
            </a:r>
            <a:endParaRPr lang="en-US" altLang="ko-KR" sz="1100">
              <a:latin typeface="Consolas" panose="020B0609020204030204" pitchFamily="49" charset="0"/>
            </a:endParaRPr>
          </a:p>
          <a:p>
            <a:r>
              <a:rPr lang="en-US" altLang="ko-KR" sz="1100">
                <a:solidFill>
                  <a:srgbClr val="FCFCFC"/>
                </a:solidFill>
                <a:latin typeface="Consolas" panose="020B0609020204030204" pitchFamily="49" charset="0"/>
                <a:ea typeface="+mn-lt"/>
                <a:cs typeface="+mn-lt"/>
              </a:rPr>
              <a:t> │</a:t>
            </a:r>
            <a:endParaRPr lang="en-US" altLang="ko-KR" sz="1100">
              <a:latin typeface="Consolas" panose="020B0609020204030204" pitchFamily="49" charset="0"/>
            </a:endParaRPr>
          </a:p>
          <a:p>
            <a:r>
              <a:rPr lang="en-US" altLang="ko-KR" sz="1100">
                <a:solidFill>
                  <a:srgbClr val="FCFCFC"/>
                </a:solidFill>
                <a:latin typeface="Consolas" panose="020B0609020204030204" pitchFamily="49" charset="0"/>
                <a:ea typeface="+mn-lt"/>
                <a:cs typeface="+mn-lt"/>
              </a:rPr>
              <a:t> ├─ Material / Texture Objects</a:t>
            </a:r>
            <a:endParaRPr lang="ko-KR" altLang="ko-KR" sz="1100">
              <a:latin typeface="Consolas" panose="020B0609020204030204" pitchFamily="49" charset="0"/>
            </a:endParaRPr>
          </a:p>
          <a:p>
            <a:r>
              <a:rPr lang="en-US" altLang="ko-KR" sz="1100">
                <a:solidFill>
                  <a:srgbClr val="FCFCFC"/>
                </a:solidFill>
                <a:latin typeface="Consolas"/>
                <a:ea typeface="+mn-lt"/>
                <a:cs typeface="+mn-lt"/>
              </a:rPr>
              <a:t> </a:t>
            </a:r>
            <a:r>
              <a:rPr lang="en-US" sz="1100">
                <a:solidFill>
                  <a:srgbClr val="FCFCFC"/>
                </a:solidFill>
                <a:latin typeface="Consolas"/>
                <a:ea typeface="+mn-lt"/>
                <a:cs typeface="+mn-lt"/>
              </a:rPr>
              <a:t>└─</a:t>
            </a:r>
            <a:r>
              <a:rPr lang="en-US" altLang="ko-KR" sz="1100">
                <a:solidFill>
                  <a:srgbClr val="FCFCFC"/>
                </a:solidFill>
                <a:latin typeface="Consolas"/>
                <a:ea typeface="+mn-lt"/>
                <a:cs typeface="+mn-lt"/>
              </a:rPr>
              <a:t> Animation Stacks</a:t>
            </a:r>
          </a:p>
        </p:txBody>
      </p:sp>
      <p:pic>
        <p:nvPicPr>
          <p:cNvPr id="23" name="그림 23">
            <a:extLst>
              <a:ext uri="{FF2B5EF4-FFF2-40B4-BE49-F238E27FC236}">
                <a16:creationId xmlns:a16="http://schemas.microsoft.com/office/drawing/2014/main" id="{D1B39051-619F-E3B2-93C6-9BFB73674E9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97447" y="2324058"/>
            <a:ext cx="182963" cy="176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26099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BDBF06-272A-BA78-18AD-B469492B7E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순서도: 대체 처리 34">
            <a:extLst>
              <a:ext uri="{FF2B5EF4-FFF2-40B4-BE49-F238E27FC236}">
                <a16:creationId xmlns:a16="http://schemas.microsoft.com/office/drawing/2014/main" id="{A6914BA4-51F6-A453-1407-BF177D69CFE1}"/>
              </a:ext>
            </a:extLst>
          </p:cNvPr>
          <p:cNvSpPr/>
          <p:nvPr/>
        </p:nvSpPr>
        <p:spPr>
          <a:xfrm>
            <a:off x="2490247" y="6268537"/>
            <a:ext cx="7211505" cy="367646"/>
          </a:xfrm>
          <a:prstGeom prst="flowChartAlternateProcess">
            <a:avLst/>
          </a:prstGeom>
          <a:solidFill>
            <a:srgbClr val="141414"/>
          </a:solidFill>
          <a:ln w="6350">
            <a:solidFill>
              <a:srgbClr val="7B7B7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b"/>
          <a:lstStyle/>
          <a:p>
            <a:pPr>
              <a:lnSpc>
                <a:spcPct val="130000"/>
              </a:lnSpc>
            </a:pPr>
            <a:r>
              <a:rPr lang="en-US" altLang="ko-KR" sz="1600" b="1">
                <a:solidFill>
                  <a:srgbClr val="FCFCFC"/>
                </a:solidFill>
                <a:latin typeface="Aptos"/>
                <a:ea typeface="맑은 고딕"/>
              </a:rPr>
              <a:t> +</a:t>
            </a:r>
            <a:r>
              <a:rPr lang="en-US" altLang="ko-KR" sz="1100" b="1">
                <a:solidFill>
                  <a:srgbClr val="454545"/>
                </a:solidFill>
                <a:latin typeface="Aptos"/>
                <a:ea typeface="맑은 고딕"/>
              </a:rPr>
              <a:t>    </a:t>
            </a:r>
            <a:r>
              <a:rPr lang="en-US" altLang="ko-KR" sz="1400">
                <a:solidFill>
                  <a:srgbClr val="7B7B7B"/>
                </a:solidFill>
                <a:latin typeface="Aptos"/>
                <a:ea typeface="맑은 고딕"/>
              </a:rPr>
              <a:t>Ask “What is skeletal mesh?”</a:t>
            </a:r>
            <a:endParaRPr lang="ko-KR" altLang="en-US" sz="1100">
              <a:solidFill>
                <a:srgbClr val="7B7B7B"/>
              </a:solidFill>
              <a:latin typeface="Aptos"/>
              <a:ea typeface="맑은 고딕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0E161BE1-52A0-15AF-D5D8-3A1DD8EB5B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47205" y="97434"/>
            <a:ext cx="219106" cy="257211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75142B2E-7190-088C-E352-7433E5AB1B0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690" y="97435"/>
            <a:ext cx="609576" cy="609576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C212059D-491D-1C45-ED51-55C140ECD1EC}"/>
              </a:ext>
            </a:extLst>
          </p:cNvPr>
          <p:cNvSpPr txBox="1"/>
          <p:nvPr/>
        </p:nvSpPr>
        <p:spPr>
          <a:xfrm>
            <a:off x="2490246" y="704363"/>
            <a:ext cx="7211505" cy="147085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30000"/>
              </a:lnSpc>
            </a:pPr>
            <a:r>
              <a:rPr lang="ko-KR" sz="1400" err="1">
                <a:solidFill>
                  <a:srgbClr val="FCFCFC"/>
                </a:solidFill>
                <a:latin typeface="Aptos" panose="020B0004020202020204" pitchFamily="34" charset="0"/>
                <a:ea typeface="Noto Sans KR" panose="020B0200000000000000" pitchFamily="50" charset="-127"/>
                <a:cs typeface="+mn-lt"/>
              </a:rPr>
              <a:t>FbxScene</a:t>
            </a:r>
            <a:r>
              <a:rPr lang="ko-KR" sz="1400">
                <a:solidFill>
                  <a:srgbClr val="FCFCFC"/>
                </a:solidFill>
                <a:latin typeface="Aptos" panose="020B0004020202020204" pitchFamily="34" charset="0"/>
                <a:ea typeface="Noto Sans KR" panose="020B0200000000000000" pitchFamily="50" charset="-127"/>
                <a:cs typeface="+mn-lt"/>
              </a:rPr>
              <a:t> </a:t>
            </a:r>
            <a:r>
              <a:rPr lang="ko-KR" altLang="en-US" sz="1400">
                <a:solidFill>
                  <a:srgbClr val="FCFCFC"/>
                </a:solidFill>
                <a:latin typeface="Aptos" panose="020B0004020202020204" pitchFamily="34" charset="0"/>
                <a:ea typeface="Noto Sans KR" panose="020B0200000000000000" pitchFamily="50" charset="-127"/>
              </a:rPr>
              <a:t>의 노드 트리를 순회하며 아래와 같은 </a:t>
            </a:r>
            <a:r>
              <a:rPr lang="ko-KR" altLang="en-US" sz="1400" err="1">
                <a:solidFill>
                  <a:srgbClr val="FCFCFC"/>
                </a:solidFill>
                <a:latin typeface="Aptos" panose="020B0004020202020204" pitchFamily="34" charset="0"/>
                <a:ea typeface="Noto Sans KR" panose="020B0200000000000000" pitchFamily="50" charset="-127"/>
              </a:rPr>
              <a:t>Import</a:t>
            </a:r>
            <a:r>
              <a:rPr lang="ko-KR" altLang="en-US" sz="1400">
                <a:solidFill>
                  <a:srgbClr val="FCFCFC"/>
                </a:solidFill>
                <a:latin typeface="Aptos" panose="020B0004020202020204" pitchFamily="34" charset="0"/>
                <a:ea typeface="Noto Sans KR" panose="020B0200000000000000" pitchFamily="50" charset="-127"/>
              </a:rPr>
              <a:t> 타입을 분류합니다.</a:t>
            </a:r>
          </a:p>
          <a:p>
            <a:pPr>
              <a:lnSpc>
                <a:spcPct val="130000"/>
              </a:lnSpc>
            </a:pPr>
            <a:endParaRPr lang="ko-KR" altLang="en-US" sz="1400">
              <a:solidFill>
                <a:srgbClr val="FCFCFC"/>
              </a:solidFill>
              <a:latin typeface="Aptos" panose="020B0004020202020204" pitchFamily="34" charset="0"/>
              <a:ea typeface="Noto Sans KR" panose="020B0200000000000000" pitchFamily="50" charset="-127"/>
            </a:endParaRPr>
          </a:p>
          <a:p>
            <a:pPr>
              <a:lnSpc>
                <a:spcPct val="130000"/>
              </a:lnSpc>
            </a:pPr>
            <a:r>
              <a:rPr lang="ko-KR" altLang="en-US" sz="1400">
                <a:solidFill>
                  <a:srgbClr val="FCFCFC"/>
                </a:solidFill>
                <a:latin typeface="Aptos" panose="020B0004020202020204" pitchFamily="34" charset="0"/>
                <a:ea typeface="Noto Sans KR" panose="020B0200000000000000" pitchFamily="50" charset="-127"/>
              </a:rPr>
              <a:t>여기서 </a:t>
            </a:r>
            <a:r>
              <a:rPr lang="en-US" altLang="ko-KR" sz="1400">
                <a:solidFill>
                  <a:srgbClr val="FCFCFC"/>
                </a:solidFill>
                <a:latin typeface="Aptos" panose="020B0004020202020204" pitchFamily="34" charset="0"/>
                <a:ea typeface="Noto Sans KR" panose="020B0200000000000000" pitchFamily="50" charset="-127"/>
              </a:rPr>
              <a:t>FBX</a:t>
            </a:r>
            <a:r>
              <a:rPr lang="ko-KR" altLang="en-US" sz="1400">
                <a:solidFill>
                  <a:srgbClr val="FCFCFC"/>
                </a:solidFill>
                <a:latin typeface="Aptos" panose="020B0004020202020204" pitchFamily="34" charset="0"/>
                <a:ea typeface="Noto Sans KR" panose="020B0200000000000000" pitchFamily="50" charset="-127"/>
              </a:rPr>
              <a:t>의 </a:t>
            </a:r>
            <a:r>
              <a:rPr lang="en-US" altLang="ko-KR" sz="1400">
                <a:solidFill>
                  <a:srgbClr val="FCFCFC"/>
                </a:solidFill>
                <a:latin typeface="Aptos" panose="020B0004020202020204" pitchFamily="34" charset="0"/>
                <a:ea typeface="Noto Sans KR" panose="020B0200000000000000" pitchFamily="50" charset="-127"/>
              </a:rPr>
              <a:t>NodeAttribute 를 </a:t>
            </a:r>
            <a:r>
              <a:rPr lang="en-US" altLang="ko-KR" sz="1400" err="1">
                <a:solidFill>
                  <a:srgbClr val="FCFCFC"/>
                </a:solidFill>
                <a:latin typeface="Aptos" panose="020B0004020202020204" pitchFamily="34" charset="0"/>
                <a:ea typeface="Noto Sans KR" panose="020B0200000000000000" pitchFamily="50" charset="-127"/>
              </a:rPr>
              <a:t>보고</a:t>
            </a:r>
            <a:r>
              <a:rPr lang="en-US" altLang="ko-KR" sz="1400">
                <a:solidFill>
                  <a:srgbClr val="FCFCFC"/>
                </a:solidFill>
                <a:latin typeface="Aptos" panose="020B0004020202020204" pitchFamily="34" charset="0"/>
                <a:ea typeface="Noto Sans KR" panose="020B0200000000000000" pitchFamily="50" charset="-127"/>
              </a:rPr>
              <a:t> </a:t>
            </a:r>
            <a:r>
              <a:rPr lang="en-US" altLang="ko-KR" sz="1400" err="1">
                <a:solidFill>
                  <a:srgbClr val="FCFCFC"/>
                </a:solidFill>
                <a:latin typeface="Aptos" panose="020B0004020202020204" pitchFamily="34" charset="0"/>
                <a:ea typeface="Noto Sans KR" panose="020B0200000000000000" pitchFamily="50" charset="-127"/>
              </a:rPr>
              <a:t>판단합니다</a:t>
            </a:r>
            <a:r>
              <a:rPr lang="en-US" altLang="ko-KR" sz="1400">
                <a:solidFill>
                  <a:srgbClr val="FCFCFC"/>
                </a:solidFill>
                <a:latin typeface="Aptos" panose="020B0004020202020204" pitchFamily="34" charset="0"/>
                <a:ea typeface="Noto Sans KR" panose="020B0200000000000000" pitchFamily="50" charset="-127"/>
              </a:rPr>
              <a:t>.</a:t>
            </a:r>
          </a:p>
          <a:p>
            <a:pPr>
              <a:lnSpc>
                <a:spcPct val="130000"/>
              </a:lnSpc>
            </a:pPr>
            <a:endParaRPr lang="en-US" altLang="ko-KR" sz="1400">
              <a:solidFill>
                <a:srgbClr val="FCFCFC"/>
              </a:solidFill>
              <a:latin typeface="Aptos" panose="020B0004020202020204" pitchFamily="34" charset="0"/>
              <a:ea typeface="Noto Sans KR" panose="020B0200000000000000" pitchFamily="50" charset="-127"/>
            </a:endParaRPr>
          </a:p>
          <a:p>
            <a:pPr>
              <a:lnSpc>
                <a:spcPct val="130000"/>
              </a:lnSpc>
            </a:pPr>
            <a:r>
              <a:rPr lang="ko-KR" altLang="en-US" sz="1400">
                <a:solidFill>
                  <a:srgbClr val="FCFCFC"/>
                </a:solidFill>
                <a:latin typeface="Aptos" panose="020B0004020202020204" pitchFamily="34" charset="0"/>
                <a:ea typeface="Noto Sans KR" panose="020B0200000000000000" pitchFamily="50" charset="-127"/>
              </a:rPr>
              <a:t>만일</a:t>
            </a:r>
            <a:r>
              <a:rPr lang="en-US" altLang="ko-KR" sz="1400">
                <a:solidFill>
                  <a:srgbClr val="FCFCFC"/>
                </a:solidFill>
                <a:latin typeface="Aptos" panose="020B0004020202020204" pitchFamily="34" charset="0"/>
                <a:ea typeface="Noto Sans KR" panose="020B0200000000000000" pitchFamily="50" charset="-127"/>
              </a:rPr>
              <a:t> eSkeleton </a:t>
            </a:r>
            <a:r>
              <a:rPr lang="ko-KR" sz="1400">
                <a:solidFill>
                  <a:srgbClr val="FCFCFC"/>
                </a:solidFill>
                <a:latin typeface="Aptos" panose="020B0004020202020204" pitchFamily="34" charset="0"/>
                <a:ea typeface="Noto Sans KR" panose="020B0200000000000000" pitchFamily="50" charset="-127"/>
              </a:rPr>
              <a:t>이라면</a:t>
            </a:r>
            <a:r>
              <a:rPr lang="en-US" altLang="ko-KR" sz="1400">
                <a:solidFill>
                  <a:srgbClr val="FCFCFC"/>
                </a:solidFill>
                <a:latin typeface="Aptos" panose="020B0004020202020204" pitchFamily="34" charset="0"/>
                <a:ea typeface="Noto Sans KR" panose="020B0200000000000000" pitchFamily="50" charset="-127"/>
              </a:rPr>
              <a:t> Bone Node </a:t>
            </a:r>
            <a:r>
              <a:rPr lang="en-US" altLang="ko-KR" sz="1400" err="1">
                <a:solidFill>
                  <a:srgbClr val="FCFCFC"/>
                </a:solidFill>
                <a:latin typeface="Aptos" panose="020B0004020202020204" pitchFamily="34" charset="0"/>
                <a:ea typeface="Noto Sans KR" panose="020B0200000000000000" pitchFamily="50" charset="-127"/>
              </a:rPr>
              <a:t>이므로</a:t>
            </a:r>
            <a:r>
              <a:rPr lang="en-US" altLang="ko-KR" sz="1400">
                <a:solidFill>
                  <a:srgbClr val="FCFCFC"/>
                </a:solidFill>
                <a:latin typeface="Aptos" panose="020B0004020202020204" pitchFamily="34" charset="0"/>
                <a:ea typeface="Noto Sans KR" panose="020B0200000000000000" pitchFamily="50" charset="-127"/>
              </a:rPr>
              <a:t> </a:t>
            </a:r>
            <a:r>
              <a:rPr lang="en-US" altLang="ko-KR" sz="1400" err="1">
                <a:solidFill>
                  <a:srgbClr val="FCFCFC"/>
                </a:solidFill>
                <a:latin typeface="Aptos" panose="020B0004020202020204" pitchFamily="34" charset="0"/>
                <a:ea typeface="Noto Sans KR" panose="020B0200000000000000" pitchFamily="50" charset="-127"/>
              </a:rPr>
              <a:t>아래처럼</a:t>
            </a:r>
            <a:r>
              <a:rPr lang="en-US" altLang="ko-KR" sz="1400">
                <a:solidFill>
                  <a:srgbClr val="FCFCFC"/>
                </a:solidFill>
                <a:latin typeface="Aptos" panose="020B0004020202020204" pitchFamily="34" charset="0"/>
                <a:ea typeface="Noto Sans KR" panose="020B0200000000000000" pitchFamily="50" charset="-127"/>
              </a:rPr>
              <a:t> Bone 계층 </a:t>
            </a:r>
            <a:r>
              <a:rPr lang="en-US" altLang="ko-KR" sz="1400" err="1">
                <a:solidFill>
                  <a:srgbClr val="FCFCFC"/>
                </a:solidFill>
                <a:latin typeface="Aptos" panose="020B0004020202020204" pitchFamily="34" charset="0"/>
                <a:ea typeface="Noto Sans KR" panose="020B0200000000000000" pitchFamily="50" charset="-127"/>
              </a:rPr>
              <a:t>구조를</a:t>
            </a:r>
            <a:r>
              <a:rPr lang="en-US" altLang="ko-KR" sz="1400">
                <a:solidFill>
                  <a:srgbClr val="FCFCFC"/>
                </a:solidFill>
                <a:latin typeface="Aptos" panose="020B0004020202020204" pitchFamily="34" charset="0"/>
                <a:ea typeface="Noto Sans KR" panose="020B0200000000000000" pitchFamily="50" charset="-127"/>
              </a:rPr>
              <a:t> </a:t>
            </a:r>
            <a:r>
              <a:rPr lang="en-US" altLang="ko-KR" sz="1400" err="1">
                <a:solidFill>
                  <a:srgbClr val="FCFCFC"/>
                </a:solidFill>
                <a:latin typeface="Aptos" panose="020B0004020202020204" pitchFamily="34" charset="0"/>
                <a:ea typeface="Noto Sans KR" panose="020B0200000000000000" pitchFamily="50" charset="-127"/>
              </a:rPr>
              <a:t>만듭니다</a:t>
            </a:r>
            <a:r>
              <a:rPr lang="en-US" altLang="ko-KR" sz="1400">
                <a:solidFill>
                  <a:srgbClr val="FCFCFC"/>
                </a:solidFill>
                <a:latin typeface="Aptos" panose="020B0004020202020204" pitchFamily="34" charset="0"/>
                <a:ea typeface="Noto Sans KR" panose="020B0200000000000000" pitchFamily="50" charset="-127"/>
              </a:rPr>
              <a:t>.</a:t>
            </a:r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AECE13A9-B933-FC45-D7CB-2B41E7AF21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90246" y="5599614"/>
            <a:ext cx="2167479" cy="334863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77D74B6F-4289-C9C3-ED4D-68E80B6C348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52562" y="6395234"/>
            <a:ext cx="123842" cy="133369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A47A94A4-AD6D-9A37-8B9F-6BB104F4400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62966" y="6313856"/>
            <a:ext cx="224238" cy="26161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CD371C7-4C75-D623-4798-6D6816EC2E10}"/>
              </a:ext>
            </a:extLst>
          </p:cNvPr>
          <p:cNvSpPr txBox="1"/>
          <p:nvPr/>
        </p:nvSpPr>
        <p:spPr>
          <a:xfrm>
            <a:off x="8636113" y="6306161"/>
            <a:ext cx="5619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>
                <a:solidFill>
                  <a:srgbClr val="FCFCFC"/>
                </a:solidFill>
                <a:latin typeface="Aptos" panose="020B0004020202020204" pitchFamily="34" charset="0"/>
              </a:rPr>
              <a:t>Pro</a:t>
            </a:r>
            <a:endParaRPr lang="ko-KR" altLang="en-US" sz="1200">
              <a:solidFill>
                <a:srgbClr val="FCFCFC"/>
              </a:solidFill>
              <a:latin typeface="Aptos" panose="020B00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604DC98-C68B-B390-4287-13B9B450EB4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90246" y="2338288"/>
            <a:ext cx="4811033" cy="3089276"/>
          </a:xfrm>
          <a:prstGeom prst="roundRect">
            <a:avLst/>
          </a:prstGeom>
        </p:spPr>
      </p:pic>
      <p:sp>
        <p:nvSpPr>
          <p:cNvPr id="2" name="타원 1">
            <a:extLst>
              <a:ext uri="{FF2B5EF4-FFF2-40B4-BE49-F238E27FC236}">
                <a16:creationId xmlns:a16="http://schemas.microsoft.com/office/drawing/2014/main" id="{3DE1DADA-92EF-15AC-28C6-1A64D88964E2}"/>
              </a:ext>
            </a:extLst>
          </p:cNvPr>
          <p:cNvSpPr/>
          <p:nvPr/>
        </p:nvSpPr>
        <p:spPr>
          <a:xfrm>
            <a:off x="2934794" y="5133289"/>
            <a:ext cx="223669" cy="230838"/>
          </a:xfrm>
          <a:prstGeom prst="ellipse">
            <a:avLst/>
          </a:prstGeom>
          <a:solidFill>
            <a:srgbClr val="090A0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latin typeface="Aptos" panose="020B0004020202020204" pitchFamily="34" charset="0"/>
            </a:endParaRP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186EC168-F636-F3D4-5358-05C842E7B711}"/>
              </a:ext>
            </a:extLst>
          </p:cNvPr>
          <p:cNvSpPr/>
          <p:nvPr/>
        </p:nvSpPr>
        <p:spPr>
          <a:xfrm>
            <a:off x="3330123" y="5133289"/>
            <a:ext cx="223669" cy="230838"/>
          </a:xfrm>
          <a:prstGeom prst="ellipse">
            <a:avLst/>
          </a:prstGeom>
          <a:solidFill>
            <a:srgbClr val="090A0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latin typeface="Aptos" panose="020B0004020202020204" pitchFamily="34" charset="0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0822C845-4CC4-42B1-4CF2-6D57DE0A8032}"/>
              </a:ext>
            </a:extLst>
          </p:cNvPr>
          <p:cNvSpPr/>
          <p:nvPr/>
        </p:nvSpPr>
        <p:spPr>
          <a:xfrm>
            <a:off x="3044165" y="5133290"/>
            <a:ext cx="397837" cy="230838"/>
          </a:xfrm>
          <a:prstGeom prst="rect">
            <a:avLst/>
          </a:prstGeom>
          <a:solidFill>
            <a:srgbClr val="090A0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latin typeface="Aptos" panose="020B0004020202020204" pitchFamily="34" charset="0"/>
              </a:rPr>
              <a:t>Edit</a:t>
            </a:r>
            <a:endParaRPr lang="ko-KR" altLang="en-US" sz="1000">
              <a:latin typeface="Aptos" panose="020B0004020202020204" pitchFamily="34" charset="0"/>
            </a:endParaRPr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0E05934F-5FC2-1725-CE26-11B5938253FB}"/>
              </a:ext>
            </a:extLst>
          </p:cNvPr>
          <p:cNvSpPr/>
          <p:nvPr/>
        </p:nvSpPr>
        <p:spPr>
          <a:xfrm>
            <a:off x="6670564" y="5083452"/>
            <a:ext cx="281786" cy="280675"/>
          </a:xfrm>
          <a:prstGeom prst="ellipse">
            <a:avLst/>
          </a:prstGeom>
          <a:solidFill>
            <a:srgbClr val="090A0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latin typeface="Aptos" panose="020B0004020202020204" pitchFamily="34" charset="0"/>
            </a:endParaRP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FC8067D4-311D-3142-1B22-0E920476087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25720" y="5133289"/>
            <a:ext cx="171474" cy="1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58373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5C26C2-78C0-6069-1042-9E35426960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574F6478-D306-052A-9939-AD78749DF9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47205" y="97434"/>
            <a:ext cx="219106" cy="257211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6A26A2C9-3B04-4E81-3D29-9EEA23D31A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690" y="97435"/>
            <a:ext cx="609576" cy="609576"/>
          </a:xfrm>
          <a:prstGeom prst="rect">
            <a:avLst/>
          </a:prstGeom>
        </p:spPr>
      </p:pic>
      <p:sp>
        <p:nvSpPr>
          <p:cNvPr id="15" name="순서도: 대체 처리 14">
            <a:extLst>
              <a:ext uri="{FF2B5EF4-FFF2-40B4-BE49-F238E27FC236}">
                <a16:creationId xmlns:a16="http://schemas.microsoft.com/office/drawing/2014/main" id="{C21E1892-9782-2D4D-C3E3-CC7D741A6783}"/>
              </a:ext>
            </a:extLst>
          </p:cNvPr>
          <p:cNvSpPr/>
          <p:nvPr/>
        </p:nvSpPr>
        <p:spPr>
          <a:xfrm>
            <a:off x="4781550" y="697115"/>
            <a:ext cx="4920202" cy="464486"/>
          </a:xfrm>
          <a:prstGeom prst="flowChartAlternateProcess">
            <a:avLst/>
          </a:prstGeom>
          <a:solidFill>
            <a:srgbClr val="2B2B2B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lnSpc>
                <a:spcPct val="130000"/>
              </a:lnSpc>
            </a:pPr>
            <a:r>
              <a:rPr lang="ko-KR" altLang="en-US" sz="1400">
                <a:solidFill>
                  <a:srgbClr val="FCFCFC"/>
                </a:solidFill>
                <a:latin typeface="Aptos"/>
                <a:ea typeface="Noto Sans KR"/>
              </a:rPr>
              <a:t>SkeletalMesh Viewer는 어떤 식으로 구성할지 이미지로 보여줘</a:t>
            </a:r>
            <a:r>
              <a:rPr lang="en-US" altLang="ko-KR" sz="1400">
                <a:solidFill>
                  <a:srgbClr val="FCFCFC"/>
                </a:solidFill>
                <a:latin typeface="Aptos"/>
                <a:ea typeface="Noto Sans KR"/>
              </a:rPr>
              <a:t>.</a:t>
            </a:r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2811DE10-C7E8-A980-052A-A892B65413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90246" y="5932390"/>
            <a:ext cx="2167479" cy="334863"/>
          </a:xfrm>
          <a:prstGeom prst="rect">
            <a:avLst/>
          </a:prstGeom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C37FA0C9-5713-A0C0-591A-A8FC74DD614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90246" y="1346067"/>
            <a:ext cx="342948" cy="323895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8E8FC635-3FD5-BB42-23E2-79D81000AA19}"/>
              </a:ext>
            </a:extLst>
          </p:cNvPr>
          <p:cNvSpPr txBox="1"/>
          <p:nvPr/>
        </p:nvSpPr>
        <p:spPr>
          <a:xfrm>
            <a:off x="2737944" y="1382333"/>
            <a:ext cx="2295525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altLang="ko-KR" sz="1400">
                <a:solidFill>
                  <a:srgbClr val="9E9E9E"/>
                </a:solidFill>
                <a:latin typeface="Aptos"/>
                <a:ea typeface="Noto Sans KR"/>
              </a:rPr>
              <a:t>20s </a:t>
            </a:r>
            <a:r>
              <a:rPr lang="ko-KR" altLang="en-US" sz="1400">
                <a:solidFill>
                  <a:srgbClr val="9E9E9E"/>
                </a:solidFill>
                <a:latin typeface="Aptos"/>
                <a:ea typeface="Noto Sans KR"/>
              </a:rPr>
              <a:t>동안 생각함</a:t>
            </a:r>
          </a:p>
        </p:txBody>
      </p:sp>
      <p:sp>
        <p:nvSpPr>
          <p:cNvPr id="17" name="순서도: 대체 처리 16">
            <a:extLst>
              <a:ext uri="{FF2B5EF4-FFF2-40B4-BE49-F238E27FC236}">
                <a16:creationId xmlns:a16="http://schemas.microsoft.com/office/drawing/2014/main" id="{4A4DFC83-45B4-9596-D5FB-F9A63561C950}"/>
              </a:ext>
            </a:extLst>
          </p:cNvPr>
          <p:cNvSpPr/>
          <p:nvPr/>
        </p:nvSpPr>
        <p:spPr>
          <a:xfrm>
            <a:off x="2490247" y="6268537"/>
            <a:ext cx="7211505" cy="367646"/>
          </a:xfrm>
          <a:prstGeom prst="flowChartAlternateProcess">
            <a:avLst/>
          </a:prstGeom>
          <a:solidFill>
            <a:srgbClr val="141414"/>
          </a:solidFill>
          <a:ln w="6350">
            <a:solidFill>
              <a:srgbClr val="7B7B7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b"/>
          <a:lstStyle/>
          <a:p>
            <a:pPr>
              <a:lnSpc>
                <a:spcPct val="130000"/>
              </a:lnSpc>
            </a:pPr>
            <a:r>
              <a:rPr lang="en-US" altLang="ko-KR" sz="1600" b="1">
                <a:solidFill>
                  <a:srgbClr val="FCFCFC"/>
                </a:solidFill>
                <a:latin typeface="Aptos"/>
                <a:ea typeface="맑은 고딕"/>
              </a:rPr>
              <a:t> +</a:t>
            </a:r>
            <a:r>
              <a:rPr lang="en-US" altLang="ko-KR" sz="1100" b="1">
                <a:solidFill>
                  <a:srgbClr val="454545"/>
                </a:solidFill>
                <a:latin typeface="Aptos"/>
                <a:ea typeface="맑은 고딕"/>
              </a:rPr>
              <a:t>    </a:t>
            </a:r>
            <a:r>
              <a:rPr lang="en-US" altLang="ko-KR" sz="1400">
                <a:solidFill>
                  <a:srgbClr val="7B7B7B"/>
                </a:solidFill>
                <a:latin typeface="Aptos"/>
                <a:ea typeface="맑은 고딕"/>
              </a:rPr>
              <a:t>Ask “What is skeletal mesh?”</a:t>
            </a:r>
            <a:endParaRPr lang="ko-KR" altLang="en-US" sz="1100">
              <a:solidFill>
                <a:srgbClr val="7B7B7B"/>
              </a:solidFill>
              <a:latin typeface="Aptos"/>
              <a:ea typeface="맑은 고딕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658D301-D724-B725-67A3-5235B8B78EC6}"/>
              </a:ext>
            </a:extLst>
          </p:cNvPr>
          <p:cNvSpPr txBox="1"/>
          <p:nvPr/>
        </p:nvSpPr>
        <p:spPr>
          <a:xfrm>
            <a:off x="8636113" y="6306161"/>
            <a:ext cx="5619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>
                <a:solidFill>
                  <a:srgbClr val="FCFCFC"/>
                </a:solidFill>
                <a:latin typeface="Aptos" panose="020B0004020202020204" pitchFamily="34" charset="0"/>
              </a:rPr>
              <a:t>Pro</a:t>
            </a:r>
            <a:endParaRPr lang="ko-KR" altLang="en-US" sz="1200">
              <a:solidFill>
                <a:srgbClr val="FCFCFC"/>
              </a:solidFill>
              <a:latin typeface="Aptos" panose="020B0004020202020204" pitchFamily="34" charset="0"/>
            </a:endParaRP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F015CC8B-AABE-3596-2F29-1E7E5175F66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62966" y="6313856"/>
            <a:ext cx="224238" cy="261611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F53F01AF-3EF1-F27E-37F4-C4A8EFB4259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52562" y="6395234"/>
            <a:ext cx="123842" cy="133369"/>
          </a:xfrm>
          <a:prstGeom prst="rect">
            <a:avLst/>
          </a:prstGeom>
        </p:spPr>
      </p:pic>
      <p:pic>
        <p:nvPicPr>
          <p:cNvPr id="9" name="그림 8" descr="텍스트, 애니메이션, 스크린샷, 3D 모델링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4156DAC-05AC-163F-C79E-F4685460AD0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90246" y="2263494"/>
            <a:ext cx="7211505" cy="3511889"/>
          </a:xfrm>
          <a:prstGeom prst="round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27824E3-A187-F42C-4BA7-03C3F0014478}"/>
              </a:ext>
            </a:extLst>
          </p:cNvPr>
          <p:cNvSpPr txBox="1"/>
          <p:nvPr/>
        </p:nvSpPr>
        <p:spPr>
          <a:xfrm>
            <a:off x="2490246" y="1756649"/>
            <a:ext cx="7211505" cy="34983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30000"/>
              </a:lnSpc>
            </a:pPr>
            <a:r>
              <a:rPr lang="ko-KR" altLang="en-US" sz="1400">
                <a:solidFill>
                  <a:srgbClr val="FCFCFC"/>
                </a:solidFill>
                <a:latin typeface="Aptos"/>
                <a:ea typeface="Noto Sans KR"/>
              </a:rPr>
              <a:t>이런 식으로 구성해 보는 것은 어떨까요?</a:t>
            </a:r>
            <a:endParaRPr lang="ko-KR" altLang="en-US" sz="1400">
              <a:solidFill>
                <a:srgbClr val="FCFCFC"/>
              </a:solidFill>
              <a:latin typeface="Aptos" panose="020B0004020202020204" pitchFamily="34" charset="0"/>
              <a:ea typeface="Noto Sans KR" panose="020B0200000000000000" pitchFamily="50" charset="-127"/>
            </a:endParaRPr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EB88D5B4-D72B-8E76-F73E-9252F6C07E94}"/>
              </a:ext>
            </a:extLst>
          </p:cNvPr>
          <p:cNvSpPr/>
          <p:nvPr/>
        </p:nvSpPr>
        <p:spPr>
          <a:xfrm>
            <a:off x="3041657" y="5479314"/>
            <a:ext cx="223669" cy="230838"/>
          </a:xfrm>
          <a:prstGeom prst="ellipse">
            <a:avLst/>
          </a:prstGeom>
          <a:solidFill>
            <a:srgbClr val="090A0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latin typeface="Aptos" panose="020B0004020202020204" pitchFamily="34" charset="0"/>
            </a:endParaRP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210B78F9-5F12-BD1E-7026-6188F141105A}"/>
              </a:ext>
            </a:extLst>
          </p:cNvPr>
          <p:cNvSpPr/>
          <p:nvPr/>
        </p:nvSpPr>
        <p:spPr>
          <a:xfrm>
            <a:off x="3436986" y="5479314"/>
            <a:ext cx="223669" cy="230838"/>
          </a:xfrm>
          <a:prstGeom prst="ellipse">
            <a:avLst/>
          </a:prstGeom>
          <a:solidFill>
            <a:srgbClr val="090A0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latin typeface="Aptos" panose="020B0004020202020204" pitchFamily="34" charset="0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45B3532-5169-C747-6A27-0EFAFE746384}"/>
              </a:ext>
            </a:extLst>
          </p:cNvPr>
          <p:cNvSpPr/>
          <p:nvPr/>
        </p:nvSpPr>
        <p:spPr>
          <a:xfrm>
            <a:off x="3151028" y="5479315"/>
            <a:ext cx="397837" cy="230838"/>
          </a:xfrm>
          <a:prstGeom prst="rect">
            <a:avLst/>
          </a:prstGeom>
          <a:solidFill>
            <a:srgbClr val="090A0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latin typeface="Aptos" panose="020B0004020202020204" pitchFamily="34" charset="0"/>
              </a:rPr>
              <a:t>Edit</a:t>
            </a:r>
            <a:endParaRPr lang="ko-KR" altLang="en-US" sz="1000">
              <a:latin typeface="Aptos" panose="020B0004020202020204" pitchFamily="34" charset="0"/>
            </a:endParaRPr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842D64CE-A7D8-E802-D042-640903F57B37}"/>
              </a:ext>
            </a:extLst>
          </p:cNvPr>
          <p:cNvSpPr/>
          <p:nvPr/>
        </p:nvSpPr>
        <p:spPr>
          <a:xfrm>
            <a:off x="8926678" y="5429477"/>
            <a:ext cx="281786" cy="280675"/>
          </a:xfrm>
          <a:prstGeom prst="ellipse">
            <a:avLst/>
          </a:prstGeom>
          <a:solidFill>
            <a:srgbClr val="090A0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>
              <a:latin typeface="Aptos" panose="020B0004020202020204" pitchFamily="34" charset="0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A0DE7FC1-BF56-3724-40E6-D714662CD98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81834" y="5479314"/>
            <a:ext cx="171474" cy="1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81650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5681A7-5304-CDE9-8EE5-538F6B55F8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22AEA5FB-6550-25EB-CCD4-BF3326B2D6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47205" y="97434"/>
            <a:ext cx="219106" cy="257211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41072174-C160-71A3-C3E2-39D8EF9330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690" y="97435"/>
            <a:ext cx="609576" cy="609576"/>
          </a:xfrm>
          <a:prstGeom prst="rect">
            <a:avLst/>
          </a:prstGeom>
        </p:spPr>
      </p:pic>
      <p:sp>
        <p:nvSpPr>
          <p:cNvPr id="15" name="순서도: 대체 처리 14">
            <a:extLst>
              <a:ext uri="{FF2B5EF4-FFF2-40B4-BE49-F238E27FC236}">
                <a16:creationId xmlns:a16="http://schemas.microsoft.com/office/drawing/2014/main" id="{DFBE2A01-BA40-50E3-BB99-5C92EBA8DA23}"/>
              </a:ext>
            </a:extLst>
          </p:cNvPr>
          <p:cNvSpPr/>
          <p:nvPr/>
        </p:nvSpPr>
        <p:spPr>
          <a:xfrm>
            <a:off x="7466029" y="707011"/>
            <a:ext cx="2235722" cy="454590"/>
          </a:xfrm>
          <a:prstGeom prst="flowChartAlternateProcess">
            <a:avLst/>
          </a:prstGeom>
          <a:solidFill>
            <a:srgbClr val="2B2B2B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lnSpc>
                <a:spcPct val="130000"/>
              </a:lnSpc>
            </a:pPr>
            <a:r>
              <a:rPr lang="ko-KR" altLang="en-US" sz="1400">
                <a:solidFill>
                  <a:srgbClr val="FCFCFC"/>
                </a:solidFill>
                <a:latin typeface="Aptos" panose="020B0004020202020204" pitchFamily="34" charset="0"/>
                <a:ea typeface="Noto Sans KR" panose="020B0200000000000000" pitchFamily="50" charset="-127"/>
              </a:rPr>
              <a:t>우리 시연할 거니까 잘 봐</a:t>
            </a:r>
            <a:r>
              <a:rPr lang="en-US" altLang="ko-KR" sz="1400">
                <a:solidFill>
                  <a:srgbClr val="FCFCFC"/>
                </a:solidFill>
                <a:latin typeface="Aptos" panose="020B0004020202020204" pitchFamily="34" charset="0"/>
                <a:ea typeface="Noto Sans KR" panose="020B0200000000000000" pitchFamily="50" charset="-127"/>
              </a:rPr>
              <a:t>.</a:t>
            </a:r>
            <a:endParaRPr lang="ko-KR" altLang="en-US" sz="1400">
              <a:solidFill>
                <a:srgbClr val="FCFCFC"/>
              </a:solidFill>
              <a:latin typeface="Aptos" panose="020B0004020202020204" pitchFamily="34" charset="0"/>
              <a:ea typeface="Noto Sans KR" panose="020B0200000000000000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5478971-311D-9D34-4FF9-04CBCAD49553}"/>
              </a:ext>
            </a:extLst>
          </p:cNvPr>
          <p:cNvSpPr txBox="1"/>
          <p:nvPr/>
        </p:nvSpPr>
        <p:spPr>
          <a:xfrm>
            <a:off x="2490246" y="1756649"/>
            <a:ext cx="7211505" cy="35054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30000"/>
              </a:lnSpc>
            </a:pPr>
            <a:r>
              <a:rPr lang="ko-KR" altLang="en-US" sz="1400">
                <a:solidFill>
                  <a:srgbClr val="FCFCFC"/>
                </a:solidFill>
                <a:latin typeface="Aptos"/>
                <a:ea typeface="Noto Sans KR"/>
              </a:rPr>
              <a:t>네</a:t>
            </a:r>
            <a:r>
              <a:rPr lang="en-US" altLang="ko-KR" sz="1400">
                <a:solidFill>
                  <a:srgbClr val="FCFCFC"/>
                </a:solidFill>
                <a:latin typeface="Aptos"/>
                <a:ea typeface="Noto Sans KR"/>
              </a:rPr>
              <a:t>, </a:t>
            </a:r>
            <a:r>
              <a:rPr lang="ko-KR" altLang="en-US" sz="1400">
                <a:solidFill>
                  <a:srgbClr val="FCFCFC"/>
                </a:solidFill>
                <a:latin typeface="Aptos"/>
                <a:ea typeface="Noto Sans KR"/>
              </a:rPr>
              <a:t>화이팅하세요</a:t>
            </a:r>
            <a:r>
              <a:rPr lang="en-US" altLang="ko-KR" sz="1400">
                <a:solidFill>
                  <a:srgbClr val="FCFCFC"/>
                </a:solidFill>
                <a:latin typeface="Aptos"/>
                <a:ea typeface="Noto Sans KR"/>
              </a:rPr>
              <a:t>.</a:t>
            </a:r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09066019-FC3D-C595-050E-0DE49D1C4E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90246" y="2193881"/>
            <a:ext cx="2167479" cy="334863"/>
          </a:xfrm>
          <a:prstGeom prst="rect">
            <a:avLst/>
          </a:prstGeom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886089EC-6553-97A0-A70A-ED9FB430BCC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90246" y="1346067"/>
            <a:ext cx="342948" cy="323895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96DB34CD-A727-7717-E65B-E642187F3569}"/>
              </a:ext>
            </a:extLst>
          </p:cNvPr>
          <p:cNvSpPr txBox="1"/>
          <p:nvPr/>
        </p:nvSpPr>
        <p:spPr>
          <a:xfrm>
            <a:off x="2737944" y="1382333"/>
            <a:ext cx="22955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>
                <a:solidFill>
                  <a:srgbClr val="9E9E9E"/>
                </a:solidFill>
                <a:latin typeface="Aptos" panose="020B0004020202020204" pitchFamily="34" charset="0"/>
                <a:ea typeface="Noto Sans KR" panose="020B0200000000000000" pitchFamily="50" charset="-127"/>
              </a:rPr>
              <a:t>1s </a:t>
            </a:r>
            <a:r>
              <a:rPr lang="ko-KR" altLang="en-US" sz="1400">
                <a:solidFill>
                  <a:srgbClr val="9E9E9E"/>
                </a:solidFill>
                <a:latin typeface="Aptos" panose="020B0004020202020204" pitchFamily="34" charset="0"/>
                <a:ea typeface="Noto Sans KR" panose="020B0200000000000000" pitchFamily="50" charset="-127"/>
              </a:rPr>
              <a:t>동안 생각함</a:t>
            </a:r>
          </a:p>
        </p:txBody>
      </p:sp>
      <p:sp>
        <p:nvSpPr>
          <p:cNvPr id="17" name="순서도: 대체 처리 16">
            <a:extLst>
              <a:ext uri="{FF2B5EF4-FFF2-40B4-BE49-F238E27FC236}">
                <a16:creationId xmlns:a16="http://schemas.microsoft.com/office/drawing/2014/main" id="{318063AC-774B-A443-3B8F-749F39FBA74E}"/>
              </a:ext>
            </a:extLst>
          </p:cNvPr>
          <p:cNvSpPr/>
          <p:nvPr/>
        </p:nvSpPr>
        <p:spPr>
          <a:xfrm>
            <a:off x="2490247" y="6268537"/>
            <a:ext cx="7211505" cy="367646"/>
          </a:xfrm>
          <a:prstGeom prst="flowChartAlternateProcess">
            <a:avLst/>
          </a:prstGeom>
          <a:solidFill>
            <a:srgbClr val="141414"/>
          </a:solidFill>
          <a:ln w="6350">
            <a:solidFill>
              <a:srgbClr val="7B7B7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b"/>
          <a:lstStyle/>
          <a:p>
            <a:pPr>
              <a:lnSpc>
                <a:spcPct val="130000"/>
              </a:lnSpc>
            </a:pPr>
            <a:r>
              <a:rPr lang="en-US" altLang="ko-KR" sz="1600" b="1">
                <a:solidFill>
                  <a:srgbClr val="FCFCFC"/>
                </a:solidFill>
                <a:latin typeface="Aptos"/>
                <a:ea typeface="맑은 고딕"/>
              </a:rPr>
              <a:t> +</a:t>
            </a:r>
            <a:r>
              <a:rPr lang="en-US" altLang="ko-KR" sz="1100" b="1">
                <a:solidFill>
                  <a:srgbClr val="454545"/>
                </a:solidFill>
                <a:latin typeface="Aptos"/>
                <a:ea typeface="맑은 고딕"/>
              </a:rPr>
              <a:t>    </a:t>
            </a:r>
            <a:r>
              <a:rPr lang="ko-KR" altLang="en-US" sz="1400">
                <a:solidFill>
                  <a:srgbClr val="FCFCFC"/>
                </a:solidFill>
                <a:latin typeface="Aptos" panose="020B0004020202020204" pitchFamily="34" charset="0"/>
                <a:ea typeface="Noto Sans KR" panose="020B0200000000000000" pitchFamily="50" charset="-127"/>
              </a:rPr>
              <a:t>너 </a:t>
            </a:r>
            <a:r>
              <a:rPr lang="en-US" altLang="ko-KR" sz="1400">
                <a:solidFill>
                  <a:srgbClr val="FCFCFC"/>
                </a:solidFill>
                <a:latin typeface="Aptos" panose="020B0004020202020204" pitchFamily="34" charset="0"/>
                <a:ea typeface="Noto Sans KR" panose="020B0200000000000000" pitchFamily="50" charset="-127"/>
              </a:rPr>
              <a:t>T</a:t>
            </a:r>
            <a:r>
              <a:rPr lang="ko-KR" altLang="en-US" sz="1400">
                <a:solidFill>
                  <a:srgbClr val="FCFCFC"/>
                </a:solidFill>
                <a:latin typeface="Aptos" panose="020B0004020202020204" pitchFamily="34" charset="0"/>
                <a:ea typeface="Noto Sans KR" panose="020B0200000000000000" pitchFamily="50" charset="-127"/>
              </a:rPr>
              <a:t>야</a:t>
            </a:r>
            <a:r>
              <a:rPr lang="en-US" altLang="ko-KR" sz="1400">
                <a:solidFill>
                  <a:srgbClr val="FCFCFC"/>
                </a:solidFill>
                <a:latin typeface="Aptos" panose="020B0004020202020204" pitchFamily="34" charset="0"/>
                <a:ea typeface="Noto Sans KR" panose="020B0200000000000000" pitchFamily="50" charset="-127"/>
              </a:rPr>
              <a:t>?</a:t>
            </a:r>
            <a:endParaRPr lang="ko-KR" altLang="en-US" sz="1100">
              <a:solidFill>
                <a:srgbClr val="FCFCFC"/>
              </a:solidFill>
              <a:latin typeface="Aptos" panose="020B0004020202020204" pitchFamily="34" charset="0"/>
              <a:ea typeface="Noto Sans KR" panose="020B0200000000000000" pitchFamily="50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EF275E6-47EB-2C04-05CF-9AEAFD3E42A4}"/>
              </a:ext>
            </a:extLst>
          </p:cNvPr>
          <p:cNvSpPr txBox="1"/>
          <p:nvPr/>
        </p:nvSpPr>
        <p:spPr>
          <a:xfrm>
            <a:off x="8636113" y="6306161"/>
            <a:ext cx="5619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>
                <a:solidFill>
                  <a:srgbClr val="FCFCFC"/>
                </a:solidFill>
                <a:latin typeface="Aptos" panose="020B0004020202020204" pitchFamily="34" charset="0"/>
              </a:rPr>
              <a:t>Pro</a:t>
            </a:r>
            <a:endParaRPr lang="ko-KR" altLang="en-US" sz="1200">
              <a:solidFill>
                <a:srgbClr val="FCFCFC"/>
              </a:solidFill>
              <a:latin typeface="Aptos" panose="020B0004020202020204" pitchFamily="34" charset="0"/>
            </a:endParaRP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C5D42F6C-1C18-E553-1090-BF430FD052F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62966" y="6313856"/>
            <a:ext cx="224238" cy="261611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C3767D3F-5A8B-BA55-B1DA-6AD43990A10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52562" y="6395234"/>
            <a:ext cx="123842" cy="133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5669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F2DBF6813BEE09409237611D917F28C9" ma:contentTypeVersion="10" ma:contentTypeDescription="새 문서를 만듭니다." ma:contentTypeScope="" ma:versionID="4064f2587141b6247dc178b857e314fb">
  <xsd:schema xmlns:xsd="http://www.w3.org/2001/XMLSchema" xmlns:xs="http://www.w3.org/2001/XMLSchema" xmlns:p="http://schemas.microsoft.com/office/2006/metadata/properties" xmlns:ns3="efc932e1-1e2c-4d70-ba43-b0d10ef0ba1e" targetNamespace="http://schemas.microsoft.com/office/2006/metadata/properties" ma:root="true" ma:fieldsID="64338e1baedfa03b7d47ef46ab7397f0" ns3:_="">
    <xsd:import namespace="efc932e1-1e2c-4d70-ba43-b0d10ef0ba1e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DateTaken" minOccurs="0"/>
                <xsd:element ref="ns3:_activity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fc932e1-1e2c-4d70-ba43-b0d10ef0ba1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  <xsd:element name="MediaServiceSystemTags" ma:index="1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efc932e1-1e2c-4d70-ba43-b0d10ef0ba1e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48C0E59-70B6-49F0-9737-2A9474EF4D0D}">
  <ds:schemaRefs>
    <ds:schemaRef ds:uri="efc932e1-1e2c-4d70-ba43-b0d10ef0ba1e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13C8E789-ABB8-44AE-8F03-41C5354DA79E}">
  <ds:schemaRefs>
    <ds:schemaRef ds:uri="http://schemas.microsoft.com/office/infopath/2007/PartnerControls"/>
    <ds:schemaRef ds:uri="http://schemas.microsoft.com/office/2006/metadata/properties"/>
    <ds:schemaRef ds:uri="http://purl.org/dc/dcmitype/"/>
    <ds:schemaRef ds:uri="http://purl.org/dc/terms/"/>
    <ds:schemaRef ds:uri="http://schemas.microsoft.com/office/2006/documentManagement/types"/>
    <ds:schemaRef ds:uri="http://schemas.openxmlformats.org/package/2006/metadata/core-properties"/>
    <ds:schemaRef ds:uri="efc932e1-1e2c-4d70-ba43-b0d10ef0ba1e"/>
    <ds:schemaRef ds:uri="http://purl.org/dc/elements/1.1/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8C995DF7-7020-4675-A476-6282960FB95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875</Words>
  <Application>Microsoft Office PowerPoint</Application>
  <PresentationFormat>와이드스크린</PresentationFormat>
  <Paragraphs>146</Paragraphs>
  <Slides>14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19" baseType="lpstr">
      <vt:lpstr>맑은 고딕</vt:lpstr>
      <vt:lpstr>Aptos</vt:lpstr>
      <vt:lpstr>Arial</vt:lpstr>
      <vt:lpstr>Consolas</vt:lpstr>
      <vt:lpstr>Office 테마</vt:lpstr>
      <vt:lpstr>Skeletal Mesh.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김기훈</dc:creator>
  <cp:lastModifiedBy>김기훈</cp:lastModifiedBy>
  <cp:revision>2</cp:revision>
  <dcterms:created xsi:type="dcterms:W3CDTF">2026-05-13T04:16:18Z</dcterms:created>
  <dcterms:modified xsi:type="dcterms:W3CDTF">2026-05-14T01:23:22Z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0x010100F2DBF6813BEE09409237611D917F28C9</vt:lpwstr>
  </property>
</Properties>
</file>