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4" r:id="rId14"/>
    <p:sldId id="27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A2299-9C14-48A0-83F1-B5898F136A8C}" v="423" dt="2026-03-25T12:38:36.269"/>
    <p1510:client id="{947C1ABF-E855-30AF-DEF8-FA6B0B1923E9}" v="82" dt="2026-03-25T07:17:28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6" y="36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81B677-1B88-4A2F-8CA0-A5E23AAC28E3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459A3E3-320F-428F-AEB9-0C4F38DDEE2B}">
      <dgm:prSet phldrT="[텍스트]" phldr="0"/>
      <dgm:spPr>
        <a:solidFill>
          <a:schemeClr val="tx1"/>
        </a:solidFill>
        <a:ln>
          <a:solidFill>
            <a:srgbClr val="92D050"/>
          </a:solidFill>
        </a:ln>
      </dgm:spPr>
      <dgm:t>
        <a:bodyPr/>
        <a:lstStyle/>
        <a:p>
          <a:pPr latinLnBrk="1"/>
          <a:r>
            <a:rPr lang="en-US" altLang="ko-KR" dirty="0">
              <a:solidFill>
                <a:srgbClr val="92D050"/>
              </a:solidFill>
              <a:latin typeface="Consolas" panose="020B0609020204030204" pitchFamily="49" charset="0"/>
            </a:rPr>
            <a:t>UINT</a:t>
          </a:r>
          <a:r>
            <a:rPr lang="en-US" altLang="ko-KR" dirty="0">
              <a:latin typeface="Consolas" panose="020B0609020204030204" pitchFamily="49" charset="0"/>
            </a:rPr>
            <a:t> </a:t>
          </a:r>
          <a:r>
            <a:rPr lang="en-US" altLang="ko-KR" dirty="0" err="1">
              <a:latin typeface="Consolas" panose="020B0609020204030204" pitchFamily="49" charset="0"/>
            </a:rPr>
            <a:t>chunkV</a:t>
          </a:r>
          <a:endParaRPr lang="ko-KR" altLang="en-US" dirty="0">
            <a:latin typeface="Consolas" panose="020B0609020204030204" pitchFamily="49" charset="0"/>
          </a:endParaRPr>
        </a:p>
      </dgm:t>
    </dgm:pt>
    <dgm:pt modelId="{1EBD3B27-A137-4432-9A4B-F6AE5382EDCA}" type="parTrans" cxnId="{8A1F03CD-7BC2-4B53-AD4B-0CE4CFD499D8}">
      <dgm:prSet/>
      <dgm:spPr/>
      <dgm:t>
        <a:bodyPr/>
        <a:lstStyle/>
        <a:p>
          <a:pPr latinLnBrk="1"/>
          <a:endParaRPr lang="ko-KR" altLang="en-US"/>
        </a:p>
      </dgm:t>
    </dgm:pt>
    <dgm:pt modelId="{31F9DD1A-D2E4-4230-B9D9-23A4EF9EDC54}" type="sibTrans" cxnId="{8A1F03CD-7BC2-4B53-AD4B-0CE4CFD499D8}">
      <dgm:prSet/>
      <dgm:spPr>
        <a:solidFill>
          <a:schemeClr val="tx1"/>
        </a:solidFill>
        <a:ln>
          <a:solidFill>
            <a:srgbClr val="92D050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B8E4744D-229B-4D87-A7F0-F398D9609F64}">
      <dgm:prSet phldrT="[텍스트]" phldr="1"/>
      <dgm:spPr/>
      <dgm:t>
        <a:bodyPr/>
        <a:lstStyle/>
        <a:p>
          <a:pPr latinLnBrk="1"/>
          <a:endParaRPr lang="ko-KR" altLang="en-US" dirty="0">
            <a:latin typeface="Consolas" panose="020B0609020204030204" pitchFamily="49" charset="0"/>
          </a:endParaRPr>
        </a:p>
      </dgm:t>
    </dgm:pt>
    <dgm:pt modelId="{B25EB908-CB0D-4422-80E8-67CFAE2734C8}" type="parTrans" cxnId="{1CC9CAD4-F308-4196-AFA6-F2134B79A6DF}">
      <dgm:prSet/>
      <dgm:spPr/>
      <dgm:t>
        <a:bodyPr/>
        <a:lstStyle/>
        <a:p>
          <a:pPr latinLnBrk="1"/>
          <a:endParaRPr lang="ko-KR" altLang="en-US"/>
        </a:p>
      </dgm:t>
    </dgm:pt>
    <dgm:pt modelId="{ECCA7346-5AEE-4AE7-B43E-ABDC71D90151}" type="sibTrans" cxnId="{1CC9CAD4-F308-4196-AFA6-F2134B79A6DF}">
      <dgm:prSet/>
      <dgm:spPr/>
      <dgm:t>
        <a:bodyPr/>
        <a:lstStyle/>
        <a:p>
          <a:pPr latinLnBrk="1"/>
          <a:endParaRPr lang="ko-KR" altLang="en-US"/>
        </a:p>
      </dgm:t>
    </dgm:pt>
    <dgm:pt modelId="{17D20A60-3947-430D-9BEF-AB6F38DE4A33}">
      <dgm:prSet phldrT="[텍스트]"/>
      <dgm:spPr>
        <a:solidFill>
          <a:schemeClr val="tx1"/>
        </a:solidFill>
        <a:ln>
          <a:solidFill>
            <a:srgbClr val="92D050"/>
          </a:solidFill>
        </a:ln>
      </dgm:spPr>
      <dgm:t>
        <a:bodyPr/>
        <a:lstStyle/>
        <a:p>
          <a:pPr latinLnBrk="1"/>
          <a:r>
            <a:rPr lang="en-US" altLang="ko-KR" dirty="0">
              <a:solidFill>
                <a:srgbClr val="92D050"/>
              </a:solidFill>
              <a:latin typeface="Consolas" panose="020B0609020204030204" pitchFamily="49" charset="0"/>
            </a:rPr>
            <a:t>UINT</a:t>
          </a:r>
          <a:r>
            <a:rPr lang="en-US" altLang="ko-KR" dirty="0">
              <a:latin typeface="Consolas" panose="020B0609020204030204" pitchFamily="49" charset="0"/>
            </a:rPr>
            <a:t> </a:t>
          </a:r>
          <a:r>
            <a:rPr lang="en-US" altLang="ko-KR" dirty="0" err="1">
              <a:latin typeface="Consolas" panose="020B0609020204030204" pitchFamily="49" charset="0"/>
            </a:rPr>
            <a:t>chunkV</a:t>
          </a:r>
          <a:endParaRPr lang="ko-KR" altLang="en-US" dirty="0">
            <a:latin typeface="Consolas" panose="020B0609020204030204" pitchFamily="49" charset="0"/>
          </a:endParaRPr>
        </a:p>
      </dgm:t>
    </dgm:pt>
    <dgm:pt modelId="{6EC5824D-BF14-4119-9E52-6F1DF8E106E7}" type="parTrans" cxnId="{9ECB556D-7DC2-4011-96CE-B9AEE69DDA7C}">
      <dgm:prSet/>
      <dgm:spPr/>
      <dgm:t>
        <a:bodyPr/>
        <a:lstStyle/>
        <a:p>
          <a:pPr latinLnBrk="1"/>
          <a:endParaRPr lang="ko-KR" altLang="en-US"/>
        </a:p>
      </dgm:t>
    </dgm:pt>
    <dgm:pt modelId="{A94C1AF7-A9DF-4696-AD6A-8AC85338116A}" type="sibTrans" cxnId="{9ECB556D-7DC2-4011-96CE-B9AEE69DDA7C}">
      <dgm:prSet/>
      <dgm:spPr>
        <a:solidFill>
          <a:schemeClr val="tx1"/>
        </a:solidFill>
        <a:ln>
          <a:solidFill>
            <a:srgbClr val="92D050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8BFFC17D-AF9B-4D56-82FD-AB1A0A5C53E0}">
      <dgm:prSet phldrT="[텍스트]" custT="1"/>
      <dgm:spPr/>
      <dgm:t>
        <a:bodyPr/>
        <a:lstStyle/>
        <a:p>
          <a:pPr latinLnBrk="1"/>
          <a:r>
            <a:rPr lang="en-US" altLang="ko-KR" sz="1100" dirty="0" err="1">
              <a:solidFill>
                <a:srgbClr val="92D050"/>
              </a:solidFill>
              <a:latin typeface="Consolas" panose="020B0609020204030204" pitchFamily="49" charset="0"/>
            </a:rPr>
            <a:t>chunkV</a:t>
          </a:r>
          <a:r>
            <a:rPr lang="en-US" altLang="ko-KR" sz="1100" dirty="0">
              <a:solidFill>
                <a:srgbClr val="92D050"/>
              </a:solidFill>
              <a:latin typeface="Consolas" panose="020B0609020204030204" pitchFamily="49" charset="0"/>
            </a:rPr>
            <a:t> &lt; </a:t>
          </a:r>
          <a:r>
            <a:rPr lang="en-US" altLang="ko-KR" sz="1100" dirty="0" err="1">
              <a:solidFill>
                <a:srgbClr val="92D050"/>
              </a:solidFill>
              <a:latin typeface="Consolas" panose="020B0609020204030204" pitchFamily="49" charset="0"/>
            </a:rPr>
            <a:t>safeMaxVertices</a:t>
          </a:r>
          <a:endParaRPr lang="ko-KR" altLang="en-US" sz="1100" dirty="0">
            <a:solidFill>
              <a:srgbClr val="92D050"/>
            </a:solidFill>
            <a:latin typeface="Consolas" panose="020B0609020204030204" pitchFamily="49" charset="0"/>
          </a:endParaRPr>
        </a:p>
      </dgm:t>
    </dgm:pt>
    <dgm:pt modelId="{415F7F91-FFCF-49A6-915E-59C7CFEE8501}" type="parTrans" cxnId="{41B51DFF-8141-4B6A-A4A8-618D14520E81}">
      <dgm:prSet/>
      <dgm:spPr/>
      <dgm:t>
        <a:bodyPr/>
        <a:lstStyle/>
        <a:p>
          <a:pPr latinLnBrk="1"/>
          <a:endParaRPr lang="ko-KR" altLang="en-US"/>
        </a:p>
      </dgm:t>
    </dgm:pt>
    <dgm:pt modelId="{A052C5B2-F24A-4EF0-A90D-66A4EB256A40}" type="sibTrans" cxnId="{41B51DFF-8141-4B6A-A4A8-618D14520E81}">
      <dgm:prSet/>
      <dgm:spPr/>
      <dgm:t>
        <a:bodyPr/>
        <a:lstStyle/>
        <a:p>
          <a:pPr latinLnBrk="1"/>
          <a:endParaRPr lang="ko-KR" altLang="en-US"/>
        </a:p>
      </dgm:t>
    </dgm:pt>
    <dgm:pt modelId="{D3D6F81A-A50E-4535-92E6-A9807CEB7DA4}">
      <dgm:prSet phldrT="[텍스트]"/>
      <dgm:spPr>
        <a:solidFill>
          <a:schemeClr val="tx1"/>
        </a:solidFill>
        <a:ln>
          <a:solidFill>
            <a:srgbClr val="92D050"/>
          </a:solidFill>
        </a:ln>
      </dgm:spPr>
      <dgm:t>
        <a:bodyPr/>
        <a:lstStyle/>
        <a:p>
          <a:pPr latinLnBrk="1"/>
          <a:r>
            <a:rPr lang="en-US" altLang="ko-KR" dirty="0">
              <a:solidFill>
                <a:srgbClr val="92D050"/>
              </a:solidFill>
              <a:latin typeface="Consolas" panose="020B0609020204030204" pitchFamily="49" charset="0"/>
            </a:rPr>
            <a:t>UINT</a:t>
          </a:r>
          <a:r>
            <a:rPr lang="en-US" altLang="ko-KR" dirty="0">
              <a:latin typeface="Consolas" panose="020B0609020204030204" pitchFamily="49" charset="0"/>
            </a:rPr>
            <a:t> </a:t>
          </a:r>
          <a:r>
            <a:rPr lang="en-US" altLang="ko-KR" dirty="0" err="1">
              <a:latin typeface="Consolas" panose="020B0609020204030204" pitchFamily="49" charset="0"/>
            </a:rPr>
            <a:t>chunkV</a:t>
          </a:r>
          <a:endParaRPr lang="ko-KR" altLang="en-US" dirty="0">
            <a:latin typeface="Consolas" panose="020B0609020204030204" pitchFamily="49" charset="0"/>
          </a:endParaRPr>
        </a:p>
      </dgm:t>
    </dgm:pt>
    <dgm:pt modelId="{75FEE194-D7D4-4243-83AA-AC1FB87D23C6}" type="parTrans" cxnId="{2932917B-0271-4B05-8CEC-C08B7C535A43}">
      <dgm:prSet/>
      <dgm:spPr/>
      <dgm:t>
        <a:bodyPr/>
        <a:lstStyle/>
        <a:p>
          <a:pPr latinLnBrk="1"/>
          <a:endParaRPr lang="ko-KR" altLang="en-US"/>
        </a:p>
      </dgm:t>
    </dgm:pt>
    <dgm:pt modelId="{696EA537-483D-406E-8D06-B785525DC2FF}" type="sibTrans" cxnId="{2932917B-0271-4B05-8CEC-C08B7C535A43}">
      <dgm:prSet/>
      <dgm:spPr>
        <a:solidFill>
          <a:schemeClr val="tx1"/>
        </a:solidFill>
        <a:ln>
          <a:solidFill>
            <a:srgbClr val="92D050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8D56F117-73FA-42DA-9C07-C96DDB6DD6F0}">
      <dgm:prSet phldrT="[텍스트]" phldr="1"/>
      <dgm:spPr/>
      <dgm:t>
        <a:bodyPr/>
        <a:lstStyle/>
        <a:p>
          <a:pPr latinLnBrk="1"/>
          <a:endParaRPr lang="ko-KR" altLang="en-US" dirty="0"/>
        </a:p>
      </dgm:t>
    </dgm:pt>
    <dgm:pt modelId="{CBC45EDC-0649-43D1-8A9C-8930C673920E}" type="parTrans" cxnId="{2EC9EDC5-6693-4A9A-9721-64AC92B67069}">
      <dgm:prSet/>
      <dgm:spPr/>
      <dgm:t>
        <a:bodyPr/>
        <a:lstStyle/>
        <a:p>
          <a:pPr latinLnBrk="1"/>
          <a:endParaRPr lang="ko-KR" altLang="en-US"/>
        </a:p>
      </dgm:t>
    </dgm:pt>
    <dgm:pt modelId="{AB4F118C-38CE-41C6-8E2A-8436401DE002}" type="sibTrans" cxnId="{2EC9EDC5-6693-4A9A-9721-64AC92B67069}">
      <dgm:prSet/>
      <dgm:spPr/>
      <dgm:t>
        <a:bodyPr/>
        <a:lstStyle/>
        <a:p>
          <a:pPr latinLnBrk="1"/>
          <a:endParaRPr lang="ko-KR" altLang="en-US"/>
        </a:p>
      </dgm:t>
    </dgm:pt>
    <dgm:pt modelId="{01854A48-4F4F-43F3-BD54-529705832831}" type="pres">
      <dgm:prSet presAssocID="{9981B677-1B88-4A2F-8CA0-A5E23AAC28E3}" presName="Name0" presStyleCnt="0">
        <dgm:presLayoutVars>
          <dgm:chMax/>
          <dgm:chPref/>
          <dgm:dir/>
          <dgm:animLvl val="lvl"/>
        </dgm:presLayoutVars>
      </dgm:prSet>
      <dgm:spPr/>
    </dgm:pt>
    <dgm:pt modelId="{5D6A4052-7C02-4B4C-BBBE-4AEDD90B35E5}" type="pres">
      <dgm:prSet presAssocID="{9459A3E3-320F-428F-AEB9-0C4F38DDEE2B}" presName="composite" presStyleCnt="0"/>
      <dgm:spPr/>
    </dgm:pt>
    <dgm:pt modelId="{ABEF4F2A-E058-4976-A9BB-DA998F237226}" type="pres">
      <dgm:prSet presAssocID="{9459A3E3-320F-428F-AEB9-0C4F38DDEE2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55001881-0B77-482B-8CF7-0CF6DCC29570}" type="pres">
      <dgm:prSet presAssocID="{9459A3E3-320F-428F-AEB9-0C4F38DDEE2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0D95B6D-01E0-490A-8456-1050372D45E2}" type="pres">
      <dgm:prSet presAssocID="{9459A3E3-320F-428F-AEB9-0C4F38DDEE2B}" presName="BalanceSpacing" presStyleCnt="0"/>
      <dgm:spPr/>
    </dgm:pt>
    <dgm:pt modelId="{485139B7-409A-4300-A485-F8A188D8E7F3}" type="pres">
      <dgm:prSet presAssocID="{9459A3E3-320F-428F-AEB9-0C4F38DDEE2B}" presName="BalanceSpacing1" presStyleCnt="0"/>
      <dgm:spPr/>
    </dgm:pt>
    <dgm:pt modelId="{5BE76F48-49F5-4662-BED3-7BDA27339462}" type="pres">
      <dgm:prSet presAssocID="{31F9DD1A-D2E4-4230-B9D9-23A4EF9EDC54}" presName="Accent1Text" presStyleLbl="node1" presStyleIdx="1" presStyleCnt="6"/>
      <dgm:spPr/>
    </dgm:pt>
    <dgm:pt modelId="{DD223137-35E7-4FD9-881E-97658C9573A7}" type="pres">
      <dgm:prSet presAssocID="{31F9DD1A-D2E4-4230-B9D9-23A4EF9EDC54}" presName="spaceBetweenRectangles" presStyleCnt="0"/>
      <dgm:spPr/>
    </dgm:pt>
    <dgm:pt modelId="{899E6F4E-F821-4916-9D63-8CA553FC373C}" type="pres">
      <dgm:prSet presAssocID="{17D20A60-3947-430D-9BEF-AB6F38DE4A33}" presName="composite" presStyleCnt="0"/>
      <dgm:spPr/>
    </dgm:pt>
    <dgm:pt modelId="{5D3C7320-36F5-46FA-AF40-E7ACAB082ED9}" type="pres">
      <dgm:prSet presAssocID="{17D20A60-3947-430D-9BEF-AB6F38DE4A33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6E8E79F-B73B-44EE-BDC3-37C2630CE2CA}" type="pres">
      <dgm:prSet presAssocID="{17D20A60-3947-430D-9BEF-AB6F38DE4A3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47D9CA44-E4EE-43E5-84B9-04A8BD522B21}" type="pres">
      <dgm:prSet presAssocID="{17D20A60-3947-430D-9BEF-AB6F38DE4A33}" presName="BalanceSpacing" presStyleCnt="0"/>
      <dgm:spPr/>
    </dgm:pt>
    <dgm:pt modelId="{3F7E331E-0782-4950-AC21-58BDEA779745}" type="pres">
      <dgm:prSet presAssocID="{17D20A60-3947-430D-9BEF-AB6F38DE4A33}" presName="BalanceSpacing1" presStyleCnt="0"/>
      <dgm:spPr/>
    </dgm:pt>
    <dgm:pt modelId="{FDF02BAA-1CD1-4FCF-BE4E-48B4F2EECECF}" type="pres">
      <dgm:prSet presAssocID="{A94C1AF7-A9DF-4696-AD6A-8AC85338116A}" presName="Accent1Text" presStyleLbl="node1" presStyleIdx="3" presStyleCnt="6"/>
      <dgm:spPr/>
    </dgm:pt>
    <dgm:pt modelId="{66A90C1E-22C1-4A40-857E-F587D959E5E6}" type="pres">
      <dgm:prSet presAssocID="{A94C1AF7-A9DF-4696-AD6A-8AC85338116A}" presName="spaceBetweenRectangles" presStyleCnt="0"/>
      <dgm:spPr/>
    </dgm:pt>
    <dgm:pt modelId="{75C6DE80-A408-4892-9B2A-321E12604E0F}" type="pres">
      <dgm:prSet presAssocID="{D3D6F81A-A50E-4535-92E6-A9807CEB7DA4}" presName="composite" presStyleCnt="0"/>
      <dgm:spPr/>
    </dgm:pt>
    <dgm:pt modelId="{0DE00943-A23E-41BD-8FFC-6B980231444D}" type="pres">
      <dgm:prSet presAssocID="{D3D6F81A-A50E-4535-92E6-A9807CEB7DA4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03DCBF25-5943-4A27-9DFC-97FB865F96D8}" type="pres">
      <dgm:prSet presAssocID="{D3D6F81A-A50E-4535-92E6-A9807CEB7DA4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D7F458D-2365-486E-86B9-AA5B537344C6}" type="pres">
      <dgm:prSet presAssocID="{D3D6F81A-A50E-4535-92E6-A9807CEB7DA4}" presName="BalanceSpacing" presStyleCnt="0"/>
      <dgm:spPr/>
    </dgm:pt>
    <dgm:pt modelId="{52B442A1-235C-4E20-99A4-8E4C87C113EA}" type="pres">
      <dgm:prSet presAssocID="{D3D6F81A-A50E-4535-92E6-A9807CEB7DA4}" presName="BalanceSpacing1" presStyleCnt="0"/>
      <dgm:spPr/>
    </dgm:pt>
    <dgm:pt modelId="{927D8FE1-5463-47E0-8F39-F43527FEE966}" type="pres">
      <dgm:prSet presAssocID="{696EA537-483D-406E-8D06-B785525DC2FF}" presName="Accent1Text" presStyleLbl="node1" presStyleIdx="5" presStyleCnt="6"/>
      <dgm:spPr/>
    </dgm:pt>
  </dgm:ptLst>
  <dgm:cxnLst>
    <dgm:cxn modelId="{C9FA140C-6968-4513-AA4D-448D1B7EE443}" type="presOf" srcId="{696EA537-483D-406E-8D06-B785525DC2FF}" destId="{927D8FE1-5463-47E0-8F39-F43527FEE966}" srcOrd="0" destOrd="0" presId="urn:microsoft.com/office/officeart/2008/layout/AlternatingHexagons"/>
    <dgm:cxn modelId="{961E750D-8E2A-4E16-B5B5-F82C225E1E78}" type="presOf" srcId="{8BFFC17D-AF9B-4D56-82FD-AB1A0A5C53E0}" destId="{D6E8E79F-B73B-44EE-BDC3-37C2630CE2CA}" srcOrd="0" destOrd="0" presId="urn:microsoft.com/office/officeart/2008/layout/AlternatingHexagons"/>
    <dgm:cxn modelId="{46326B0F-6F58-4601-A62E-F10ABF5AF78D}" type="presOf" srcId="{D3D6F81A-A50E-4535-92E6-A9807CEB7DA4}" destId="{0DE00943-A23E-41BD-8FFC-6B980231444D}" srcOrd="0" destOrd="0" presId="urn:microsoft.com/office/officeart/2008/layout/AlternatingHexagons"/>
    <dgm:cxn modelId="{9CCFC212-E11C-4588-AE19-F80A2F41A995}" type="presOf" srcId="{17D20A60-3947-430D-9BEF-AB6F38DE4A33}" destId="{5D3C7320-36F5-46FA-AF40-E7ACAB082ED9}" srcOrd="0" destOrd="0" presId="urn:microsoft.com/office/officeart/2008/layout/AlternatingHexagons"/>
    <dgm:cxn modelId="{02D07114-6081-48AF-B247-3D46838168B4}" type="presOf" srcId="{9981B677-1B88-4A2F-8CA0-A5E23AAC28E3}" destId="{01854A48-4F4F-43F3-BD54-529705832831}" srcOrd="0" destOrd="0" presId="urn:microsoft.com/office/officeart/2008/layout/AlternatingHexagons"/>
    <dgm:cxn modelId="{6F405914-3BAE-492E-A845-BD8AFD8083BF}" type="presOf" srcId="{31F9DD1A-D2E4-4230-B9D9-23A4EF9EDC54}" destId="{5BE76F48-49F5-4662-BED3-7BDA27339462}" srcOrd="0" destOrd="0" presId="urn:microsoft.com/office/officeart/2008/layout/AlternatingHexagons"/>
    <dgm:cxn modelId="{B9940C18-FE61-48E9-886F-31FFB5DB39D2}" type="presOf" srcId="{A94C1AF7-A9DF-4696-AD6A-8AC85338116A}" destId="{FDF02BAA-1CD1-4FCF-BE4E-48B4F2EECECF}" srcOrd="0" destOrd="0" presId="urn:microsoft.com/office/officeart/2008/layout/AlternatingHexagons"/>
    <dgm:cxn modelId="{2BEBDA4C-91FC-4AF2-8BF8-B7078B26E934}" type="presOf" srcId="{9459A3E3-320F-428F-AEB9-0C4F38DDEE2B}" destId="{ABEF4F2A-E058-4976-A9BB-DA998F237226}" srcOrd="0" destOrd="0" presId="urn:microsoft.com/office/officeart/2008/layout/AlternatingHexagons"/>
    <dgm:cxn modelId="{9ECB556D-7DC2-4011-96CE-B9AEE69DDA7C}" srcId="{9981B677-1B88-4A2F-8CA0-A5E23AAC28E3}" destId="{17D20A60-3947-430D-9BEF-AB6F38DE4A33}" srcOrd="1" destOrd="0" parTransId="{6EC5824D-BF14-4119-9E52-6F1DF8E106E7}" sibTransId="{A94C1AF7-A9DF-4696-AD6A-8AC85338116A}"/>
    <dgm:cxn modelId="{2932917B-0271-4B05-8CEC-C08B7C535A43}" srcId="{9981B677-1B88-4A2F-8CA0-A5E23AAC28E3}" destId="{D3D6F81A-A50E-4535-92E6-A9807CEB7DA4}" srcOrd="2" destOrd="0" parTransId="{75FEE194-D7D4-4243-83AA-AC1FB87D23C6}" sibTransId="{696EA537-483D-406E-8D06-B785525DC2FF}"/>
    <dgm:cxn modelId="{2EC9EDC5-6693-4A9A-9721-64AC92B67069}" srcId="{D3D6F81A-A50E-4535-92E6-A9807CEB7DA4}" destId="{8D56F117-73FA-42DA-9C07-C96DDB6DD6F0}" srcOrd="0" destOrd="0" parTransId="{CBC45EDC-0649-43D1-8A9C-8930C673920E}" sibTransId="{AB4F118C-38CE-41C6-8E2A-8436401DE002}"/>
    <dgm:cxn modelId="{8A1F03CD-7BC2-4B53-AD4B-0CE4CFD499D8}" srcId="{9981B677-1B88-4A2F-8CA0-A5E23AAC28E3}" destId="{9459A3E3-320F-428F-AEB9-0C4F38DDEE2B}" srcOrd="0" destOrd="0" parTransId="{1EBD3B27-A137-4432-9A4B-F6AE5382EDCA}" sibTransId="{31F9DD1A-D2E4-4230-B9D9-23A4EF9EDC54}"/>
    <dgm:cxn modelId="{1CC9CAD4-F308-4196-AFA6-F2134B79A6DF}" srcId="{9459A3E3-320F-428F-AEB9-0C4F38DDEE2B}" destId="{B8E4744D-229B-4D87-A7F0-F398D9609F64}" srcOrd="0" destOrd="0" parTransId="{B25EB908-CB0D-4422-80E8-67CFAE2734C8}" sibTransId="{ECCA7346-5AEE-4AE7-B43E-ABDC71D90151}"/>
    <dgm:cxn modelId="{9F01C8ED-64E8-421F-89E0-10666748F22A}" type="presOf" srcId="{B8E4744D-229B-4D87-A7F0-F398D9609F64}" destId="{55001881-0B77-482B-8CF7-0CF6DCC29570}" srcOrd="0" destOrd="0" presId="urn:microsoft.com/office/officeart/2008/layout/AlternatingHexagons"/>
    <dgm:cxn modelId="{41B51DFF-8141-4B6A-A4A8-618D14520E81}" srcId="{17D20A60-3947-430D-9BEF-AB6F38DE4A33}" destId="{8BFFC17D-AF9B-4D56-82FD-AB1A0A5C53E0}" srcOrd="0" destOrd="0" parTransId="{415F7F91-FFCF-49A6-915E-59C7CFEE8501}" sibTransId="{A052C5B2-F24A-4EF0-A90D-66A4EB256A40}"/>
    <dgm:cxn modelId="{D987BCFF-E6A7-4110-9C9E-609CCA83DDC6}" type="presOf" srcId="{8D56F117-73FA-42DA-9C07-C96DDB6DD6F0}" destId="{03DCBF25-5943-4A27-9DFC-97FB865F96D8}" srcOrd="0" destOrd="0" presId="urn:microsoft.com/office/officeart/2008/layout/AlternatingHexagons"/>
    <dgm:cxn modelId="{1A744BE8-11DB-4161-AE93-70CA5E28F571}" type="presParOf" srcId="{01854A48-4F4F-43F3-BD54-529705832831}" destId="{5D6A4052-7C02-4B4C-BBBE-4AEDD90B35E5}" srcOrd="0" destOrd="0" presId="urn:microsoft.com/office/officeart/2008/layout/AlternatingHexagons"/>
    <dgm:cxn modelId="{BAD9D4B8-B0DE-4698-AF7B-91D399F5FD68}" type="presParOf" srcId="{5D6A4052-7C02-4B4C-BBBE-4AEDD90B35E5}" destId="{ABEF4F2A-E058-4976-A9BB-DA998F237226}" srcOrd="0" destOrd="0" presId="urn:microsoft.com/office/officeart/2008/layout/AlternatingHexagons"/>
    <dgm:cxn modelId="{405D5B27-1BBB-48FA-AA95-39B3152846A2}" type="presParOf" srcId="{5D6A4052-7C02-4B4C-BBBE-4AEDD90B35E5}" destId="{55001881-0B77-482B-8CF7-0CF6DCC29570}" srcOrd="1" destOrd="0" presId="urn:microsoft.com/office/officeart/2008/layout/AlternatingHexagons"/>
    <dgm:cxn modelId="{A2CBDC65-1C4E-46EF-9DA5-05392AFB6B2A}" type="presParOf" srcId="{5D6A4052-7C02-4B4C-BBBE-4AEDD90B35E5}" destId="{70D95B6D-01E0-490A-8456-1050372D45E2}" srcOrd="2" destOrd="0" presId="urn:microsoft.com/office/officeart/2008/layout/AlternatingHexagons"/>
    <dgm:cxn modelId="{45F3EAF5-5CF3-4576-8235-B92C3A9EAD0A}" type="presParOf" srcId="{5D6A4052-7C02-4B4C-BBBE-4AEDD90B35E5}" destId="{485139B7-409A-4300-A485-F8A188D8E7F3}" srcOrd="3" destOrd="0" presId="urn:microsoft.com/office/officeart/2008/layout/AlternatingHexagons"/>
    <dgm:cxn modelId="{B1360259-CE3F-4BCB-A33C-892D33D54163}" type="presParOf" srcId="{5D6A4052-7C02-4B4C-BBBE-4AEDD90B35E5}" destId="{5BE76F48-49F5-4662-BED3-7BDA27339462}" srcOrd="4" destOrd="0" presId="urn:microsoft.com/office/officeart/2008/layout/AlternatingHexagons"/>
    <dgm:cxn modelId="{694E9FD8-3338-42C0-9882-0B45CC306A5D}" type="presParOf" srcId="{01854A48-4F4F-43F3-BD54-529705832831}" destId="{DD223137-35E7-4FD9-881E-97658C9573A7}" srcOrd="1" destOrd="0" presId="urn:microsoft.com/office/officeart/2008/layout/AlternatingHexagons"/>
    <dgm:cxn modelId="{1625BFBB-76AB-40C0-A3EC-7F7CDE4A4F1C}" type="presParOf" srcId="{01854A48-4F4F-43F3-BD54-529705832831}" destId="{899E6F4E-F821-4916-9D63-8CA553FC373C}" srcOrd="2" destOrd="0" presId="urn:microsoft.com/office/officeart/2008/layout/AlternatingHexagons"/>
    <dgm:cxn modelId="{B88D2DC0-6898-44F3-B4E1-3AC269076DEB}" type="presParOf" srcId="{899E6F4E-F821-4916-9D63-8CA553FC373C}" destId="{5D3C7320-36F5-46FA-AF40-E7ACAB082ED9}" srcOrd="0" destOrd="0" presId="urn:microsoft.com/office/officeart/2008/layout/AlternatingHexagons"/>
    <dgm:cxn modelId="{F09220CF-920D-4A39-99AA-62E7DD452CB8}" type="presParOf" srcId="{899E6F4E-F821-4916-9D63-8CA553FC373C}" destId="{D6E8E79F-B73B-44EE-BDC3-37C2630CE2CA}" srcOrd="1" destOrd="0" presId="urn:microsoft.com/office/officeart/2008/layout/AlternatingHexagons"/>
    <dgm:cxn modelId="{BFE5BD70-4F78-4CCA-B623-D69BEEE2F368}" type="presParOf" srcId="{899E6F4E-F821-4916-9D63-8CA553FC373C}" destId="{47D9CA44-E4EE-43E5-84B9-04A8BD522B21}" srcOrd="2" destOrd="0" presId="urn:microsoft.com/office/officeart/2008/layout/AlternatingHexagons"/>
    <dgm:cxn modelId="{B3045CCE-0929-43B9-A139-8122FAF88C15}" type="presParOf" srcId="{899E6F4E-F821-4916-9D63-8CA553FC373C}" destId="{3F7E331E-0782-4950-AC21-58BDEA779745}" srcOrd="3" destOrd="0" presId="urn:microsoft.com/office/officeart/2008/layout/AlternatingHexagons"/>
    <dgm:cxn modelId="{B21D821C-724B-4567-920F-440A8106C1BE}" type="presParOf" srcId="{899E6F4E-F821-4916-9D63-8CA553FC373C}" destId="{FDF02BAA-1CD1-4FCF-BE4E-48B4F2EECECF}" srcOrd="4" destOrd="0" presId="urn:microsoft.com/office/officeart/2008/layout/AlternatingHexagons"/>
    <dgm:cxn modelId="{0DAC61DA-47EA-41DB-9E39-B8BB227E4499}" type="presParOf" srcId="{01854A48-4F4F-43F3-BD54-529705832831}" destId="{66A90C1E-22C1-4A40-857E-F587D959E5E6}" srcOrd="3" destOrd="0" presId="urn:microsoft.com/office/officeart/2008/layout/AlternatingHexagons"/>
    <dgm:cxn modelId="{004632F3-A25B-4202-99C8-9425E4D10CD9}" type="presParOf" srcId="{01854A48-4F4F-43F3-BD54-529705832831}" destId="{75C6DE80-A408-4892-9B2A-321E12604E0F}" srcOrd="4" destOrd="0" presId="urn:microsoft.com/office/officeart/2008/layout/AlternatingHexagons"/>
    <dgm:cxn modelId="{F689190F-3D35-4C28-91B9-7BBAC3C1C35B}" type="presParOf" srcId="{75C6DE80-A408-4892-9B2A-321E12604E0F}" destId="{0DE00943-A23E-41BD-8FFC-6B980231444D}" srcOrd="0" destOrd="0" presId="urn:microsoft.com/office/officeart/2008/layout/AlternatingHexagons"/>
    <dgm:cxn modelId="{A19F1684-7299-4D85-B847-73F4CF85C9CB}" type="presParOf" srcId="{75C6DE80-A408-4892-9B2A-321E12604E0F}" destId="{03DCBF25-5943-4A27-9DFC-97FB865F96D8}" srcOrd="1" destOrd="0" presId="urn:microsoft.com/office/officeart/2008/layout/AlternatingHexagons"/>
    <dgm:cxn modelId="{DBCEBA35-F5BE-4EE6-979B-30180B059C9E}" type="presParOf" srcId="{75C6DE80-A408-4892-9B2A-321E12604E0F}" destId="{BD7F458D-2365-486E-86B9-AA5B537344C6}" srcOrd="2" destOrd="0" presId="urn:microsoft.com/office/officeart/2008/layout/AlternatingHexagons"/>
    <dgm:cxn modelId="{6369C759-C084-45E6-B8E6-DE07538A7395}" type="presParOf" srcId="{75C6DE80-A408-4892-9B2A-321E12604E0F}" destId="{52B442A1-235C-4E20-99A4-8E4C87C113EA}" srcOrd="3" destOrd="0" presId="urn:microsoft.com/office/officeart/2008/layout/AlternatingHexagons"/>
    <dgm:cxn modelId="{6AEE74A7-53C4-4AC2-A89E-C74FFE83BB48}" type="presParOf" srcId="{75C6DE80-A408-4892-9B2A-321E12604E0F}" destId="{927D8FE1-5463-47E0-8F39-F43527FEE96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F4F2A-E058-4976-A9BB-DA998F237226}">
      <dsp:nvSpPr>
        <dsp:cNvPr id="0" name=""/>
        <dsp:cNvSpPr/>
      </dsp:nvSpPr>
      <dsp:spPr>
        <a:xfrm rot="5400000">
          <a:off x="2195698" y="91785"/>
          <a:ext cx="1395687" cy="121424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solidFill>
                <a:srgbClr val="92D050"/>
              </a:solidFill>
              <a:latin typeface="Consolas" panose="020B0609020204030204" pitchFamily="49" charset="0"/>
            </a:rPr>
            <a:t>UINT</a:t>
          </a:r>
          <a:r>
            <a:rPr lang="en-US" altLang="ko-KR" sz="1600" kern="1200" dirty="0">
              <a:latin typeface="Consolas" panose="020B0609020204030204" pitchFamily="49" charset="0"/>
            </a:rPr>
            <a:t> </a:t>
          </a:r>
          <a:r>
            <a:rPr lang="en-US" altLang="ko-KR" sz="1600" kern="1200" dirty="0" err="1">
              <a:latin typeface="Consolas" panose="020B0609020204030204" pitchFamily="49" charset="0"/>
            </a:rPr>
            <a:t>chunkV</a:t>
          </a:r>
          <a:endParaRPr lang="ko-KR" altLang="en-US" sz="1600" kern="1200" dirty="0">
            <a:latin typeface="Consolas" panose="020B0609020204030204" pitchFamily="49" charset="0"/>
          </a:endParaRPr>
        </a:p>
      </dsp:txBody>
      <dsp:txXfrm rot="-5400000">
        <a:off x="2475637" y="218561"/>
        <a:ext cx="835808" cy="960697"/>
      </dsp:txXfrm>
    </dsp:sp>
    <dsp:sp modelId="{55001881-0B77-482B-8CF7-0CF6DCC29570}">
      <dsp:nvSpPr>
        <dsp:cNvPr id="0" name=""/>
        <dsp:cNvSpPr/>
      </dsp:nvSpPr>
      <dsp:spPr>
        <a:xfrm>
          <a:off x="3537512" y="280203"/>
          <a:ext cx="1557587" cy="837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 dirty="0">
            <a:latin typeface="Consolas" panose="020B0609020204030204" pitchFamily="49" charset="0"/>
          </a:endParaRPr>
        </a:p>
      </dsp:txBody>
      <dsp:txXfrm>
        <a:off x="3537512" y="280203"/>
        <a:ext cx="1557587" cy="837412"/>
      </dsp:txXfrm>
    </dsp:sp>
    <dsp:sp modelId="{5BE76F48-49F5-4662-BED3-7BDA27339462}">
      <dsp:nvSpPr>
        <dsp:cNvPr id="0" name=""/>
        <dsp:cNvSpPr/>
      </dsp:nvSpPr>
      <dsp:spPr>
        <a:xfrm rot="5400000">
          <a:off x="884310" y="91785"/>
          <a:ext cx="1395687" cy="121424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600" kern="1200"/>
        </a:p>
      </dsp:txBody>
      <dsp:txXfrm rot="-5400000">
        <a:off x="1164249" y="218561"/>
        <a:ext cx="835808" cy="960697"/>
      </dsp:txXfrm>
    </dsp:sp>
    <dsp:sp modelId="{5D3C7320-36F5-46FA-AF40-E7ACAB082ED9}">
      <dsp:nvSpPr>
        <dsp:cNvPr id="0" name=""/>
        <dsp:cNvSpPr/>
      </dsp:nvSpPr>
      <dsp:spPr>
        <a:xfrm rot="5400000">
          <a:off x="1537492" y="1276444"/>
          <a:ext cx="1395687" cy="121424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solidFill>
                <a:srgbClr val="92D050"/>
              </a:solidFill>
              <a:latin typeface="Consolas" panose="020B0609020204030204" pitchFamily="49" charset="0"/>
            </a:rPr>
            <a:t>UINT</a:t>
          </a:r>
          <a:r>
            <a:rPr lang="en-US" altLang="ko-KR" sz="1600" kern="1200" dirty="0">
              <a:latin typeface="Consolas" panose="020B0609020204030204" pitchFamily="49" charset="0"/>
            </a:rPr>
            <a:t> </a:t>
          </a:r>
          <a:r>
            <a:rPr lang="en-US" altLang="ko-KR" sz="1600" kern="1200" dirty="0" err="1">
              <a:latin typeface="Consolas" panose="020B0609020204030204" pitchFamily="49" charset="0"/>
            </a:rPr>
            <a:t>chunkV</a:t>
          </a:r>
          <a:endParaRPr lang="ko-KR" altLang="en-US" sz="1600" kern="1200" dirty="0">
            <a:latin typeface="Consolas" panose="020B0609020204030204" pitchFamily="49" charset="0"/>
          </a:endParaRPr>
        </a:p>
      </dsp:txBody>
      <dsp:txXfrm rot="-5400000">
        <a:off x="1817431" y="1403220"/>
        <a:ext cx="835808" cy="960697"/>
      </dsp:txXfrm>
    </dsp:sp>
    <dsp:sp modelId="{D6E8E79F-B73B-44EE-BDC3-37C2630CE2CA}">
      <dsp:nvSpPr>
        <dsp:cNvPr id="0" name=""/>
        <dsp:cNvSpPr/>
      </dsp:nvSpPr>
      <dsp:spPr>
        <a:xfrm>
          <a:off x="70625" y="1464862"/>
          <a:ext cx="1507342" cy="837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 err="1">
              <a:solidFill>
                <a:srgbClr val="92D050"/>
              </a:solidFill>
              <a:latin typeface="Consolas" panose="020B0609020204030204" pitchFamily="49" charset="0"/>
            </a:rPr>
            <a:t>chunkV</a:t>
          </a:r>
          <a:r>
            <a:rPr lang="en-US" altLang="ko-KR" sz="1100" kern="1200" dirty="0">
              <a:solidFill>
                <a:srgbClr val="92D050"/>
              </a:solidFill>
              <a:latin typeface="Consolas" panose="020B0609020204030204" pitchFamily="49" charset="0"/>
            </a:rPr>
            <a:t> &lt; </a:t>
          </a:r>
          <a:r>
            <a:rPr lang="en-US" altLang="ko-KR" sz="1100" kern="1200" dirty="0" err="1">
              <a:solidFill>
                <a:srgbClr val="92D050"/>
              </a:solidFill>
              <a:latin typeface="Consolas" panose="020B0609020204030204" pitchFamily="49" charset="0"/>
            </a:rPr>
            <a:t>safeMaxVertices</a:t>
          </a:r>
          <a:endParaRPr lang="ko-KR" altLang="en-US" sz="1100" kern="1200" dirty="0">
            <a:solidFill>
              <a:srgbClr val="92D050"/>
            </a:solidFill>
            <a:latin typeface="Consolas" panose="020B0609020204030204" pitchFamily="49" charset="0"/>
          </a:endParaRPr>
        </a:p>
      </dsp:txBody>
      <dsp:txXfrm>
        <a:off x="70625" y="1464862"/>
        <a:ext cx="1507342" cy="837412"/>
      </dsp:txXfrm>
    </dsp:sp>
    <dsp:sp modelId="{FDF02BAA-1CD1-4FCF-BE4E-48B4F2EECECF}">
      <dsp:nvSpPr>
        <dsp:cNvPr id="0" name=""/>
        <dsp:cNvSpPr/>
      </dsp:nvSpPr>
      <dsp:spPr>
        <a:xfrm rot="5400000">
          <a:off x="2848880" y="1276444"/>
          <a:ext cx="1395687" cy="121424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600" kern="1200"/>
        </a:p>
      </dsp:txBody>
      <dsp:txXfrm rot="-5400000">
        <a:off x="3128819" y="1403220"/>
        <a:ext cx="835808" cy="960697"/>
      </dsp:txXfrm>
    </dsp:sp>
    <dsp:sp modelId="{0DE00943-A23E-41BD-8FFC-6B980231444D}">
      <dsp:nvSpPr>
        <dsp:cNvPr id="0" name=""/>
        <dsp:cNvSpPr/>
      </dsp:nvSpPr>
      <dsp:spPr>
        <a:xfrm rot="5400000">
          <a:off x="2195698" y="2461104"/>
          <a:ext cx="1395687" cy="121424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solidFill>
                <a:srgbClr val="92D050"/>
              </a:solidFill>
              <a:latin typeface="Consolas" panose="020B0609020204030204" pitchFamily="49" charset="0"/>
            </a:rPr>
            <a:t>UINT</a:t>
          </a:r>
          <a:r>
            <a:rPr lang="en-US" altLang="ko-KR" sz="1600" kern="1200" dirty="0">
              <a:latin typeface="Consolas" panose="020B0609020204030204" pitchFamily="49" charset="0"/>
            </a:rPr>
            <a:t> </a:t>
          </a:r>
          <a:r>
            <a:rPr lang="en-US" altLang="ko-KR" sz="1600" kern="1200" dirty="0" err="1">
              <a:latin typeface="Consolas" panose="020B0609020204030204" pitchFamily="49" charset="0"/>
            </a:rPr>
            <a:t>chunkV</a:t>
          </a:r>
          <a:endParaRPr lang="ko-KR" altLang="en-US" sz="1600" kern="1200" dirty="0">
            <a:latin typeface="Consolas" panose="020B0609020204030204" pitchFamily="49" charset="0"/>
          </a:endParaRPr>
        </a:p>
      </dsp:txBody>
      <dsp:txXfrm rot="-5400000">
        <a:off x="2475637" y="2587880"/>
        <a:ext cx="835808" cy="960697"/>
      </dsp:txXfrm>
    </dsp:sp>
    <dsp:sp modelId="{03DCBF25-5943-4A27-9DFC-97FB865F96D8}">
      <dsp:nvSpPr>
        <dsp:cNvPr id="0" name=""/>
        <dsp:cNvSpPr/>
      </dsp:nvSpPr>
      <dsp:spPr>
        <a:xfrm>
          <a:off x="3537512" y="2649522"/>
          <a:ext cx="1557587" cy="837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 dirty="0"/>
        </a:p>
      </dsp:txBody>
      <dsp:txXfrm>
        <a:off x="3537512" y="2649522"/>
        <a:ext cx="1557587" cy="837412"/>
      </dsp:txXfrm>
    </dsp:sp>
    <dsp:sp modelId="{927D8FE1-5463-47E0-8F39-F43527FEE966}">
      <dsp:nvSpPr>
        <dsp:cNvPr id="0" name=""/>
        <dsp:cNvSpPr/>
      </dsp:nvSpPr>
      <dsp:spPr>
        <a:xfrm rot="5400000">
          <a:off x="884310" y="2461104"/>
          <a:ext cx="1395687" cy="1214248"/>
        </a:xfrm>
        <a:prstGeom prst="hexagon">
          <a:avLst>
            <a:gd name="adj" fmla="val 25000"/>
            <a:gd name="vf" fmla="val 115470"/>
          </a:avLst>
        </a:prstGeom>
        <a:solidFill>
          <a:schemeClr val="tx1"/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600" kern="1200"/>
        </a:p>
      </dsp:txBody>
      <dsp:txXfrm rot="-5400000">
        <a:off x="1164249" y="2587880"/>
        <a:ext cx="835808" cy="960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2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7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7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7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4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9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4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0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5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5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0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2" r:id="rId6"/>
    <p:sldLayoutId id="2147483798" r:id="rId7"/>
    <p:sldLayoutId id="2147483799" r:id="rId8"/>
    <p:sldLayoutId id="2147483800" r:id="rId9"/>
    <p:sldLayoutId id="2147483801" r:id="rId10"/>
    <p:sldLayoutId id="21474838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1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9" name="Picture 6" descr="검은 색 3D 큐브 패턴">
            <a:extLst>
              <a:ext uri="{FF2B5EF4-FFF2-40B4-BE49-F238E27FC236}">
                <a16:creationId xmlns:a16="http://schemas.microsoft.com/office/drawing/2014/main" id="{3CFB4F62-AC21-EAAE-4F30-B6811FF7F8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BB7519-8597-BCFA-0B44-0F7934C53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7003325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2400" dirty="0">
                <a:solidFill>
                  <a:srgbClr val="92D050"/>
                </a:solidFill>
                <a:latin typeface="Consolas"/>
                <a:ea typeface="Microsoft GothicNeo"/>
                <a:cs typeface="Microsoft GothicNeo"/>
              </a:rPr>
              <a:t>Zeus Engine</a:t>
            </a:r>
            <a:endParaRPr lang="ko-KR" sz="2400" dirty="0">
              <a:solidFill>
                <a:srgbClr val="92D050"/>
              </a:solidFill>
              <a:latin typeface="Consolas"/>
              <a:ea typeface="Microsoft GothicNeo"/>
              <a:cs typeface="Microsoft GothicNeo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2F3F7E-677D-6493-BA70-9B86A6295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800" i="0" dirty="0" err="1">
                <a:solidFill>
                  <a:srgbClr val="92D050"/>
                </a:solidFill>
                <a:latin typeface="Consolas"/>
                <a:ea typeface="Microsoft GothicNeo"/>
                <a:cs typeface="Microsoft GothicNeo"/>
              </a:rPr>
              <a:t>Team</a:t>
            </a:r>
            <a:r>
              <a:rPr lang="ko-KR" altLang="en-US" sz="1800" i="0" dirty="0">
                <a:solidFill>
                  <a:srgbClr val="92D050"/>
                </a:solidFill>
                <a:latin typeface="Consolas"/>
                <a:ea typeface="Microsoft GothicNeo"/>
                <a:cs typeface="Microsoft GothicNeo"/>
              </a:rPr>
              <a:t> 08</a:t>
            </a:r>
          </a:p>
          <a:p>
            <a:pPr algn="r">
              <a:lnSpc>
                <a:spcPct val="110000"/>
              </a:lnSpc>
            </a:pPr>
            <a:r>
              <a:rPr lang="ko-KR" altLang="en-US" sz="1800" i="0" dirty="0" err="1">
                <a:latin typeface="Consolas"/>
                <a:ea typeface="Microsoft GothicNeo"/>
                <a:cs typeface="Microsoft GothicNeo"/>
              </a:rPr>
              <a:t>국동진</a:t>
            </a:r>
            <a:r>
              <a:rPr lang="ko-KR" altLang="en-US" sz="1800" i="0" dirty="0">
                <a:latin typeface="Consolas"/>
                <a:ea typeface="Microsoft GothicNeo"/>
                <a:cs typeface="Microsoft GothicNeo"/>
              </a:rPr>
              <a:t> 김기훈 </a:t>
            </a:r>
            <a:r>
              <a:rPr lang="ko-KR" altLang="en-US" sz="1800" i="0" dirty="0" err="1">
                <a:latin typeface="Consolas"/>
                <a:ea typeface="Microsoft GothicNeo"/>
                <a:cs typeface="Microsoft GothicNeo"/>
              </a:rPr>
              <a:t>이준협</a:t>
            </a:r>
            <a:r>
              <a:rPr lang="ko-KR" altLang="en-US" sz="1800" i="0" dirty="0">
                <a:latin typeface="Consolas"/>
                <a:ea typeface="Microsoft GothicNeo"/>
                <a:cs typeface="Microsoft GothicNeo"/>
              </a:rPr>
              <a:t> 정찬일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5169A-FF2B-13E1-BA8C-6991E117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9272" y="100584"/>
            <a:ext cx="30793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00">
                <a:solidFill>
                  <a:srgbClr val="FFFFFF"/>
                </a:solidFill>
                <a:latin typeface="Consolas"/>
                <a:ea typeface="Microsoft GothicNeo"/>
                <a:cs typeface="Microsoft GothicNeo"/>
              </a:rPr>
              <a:t>
             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A1E58-BF7F-DFB0-007B-64212473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80ECC4-72E0-5D38-3F78-D7F52BD8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1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3BCA1-969B-CCFD-55AB-5895CF471EB2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98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9826E79C-345B-A1BF-934E-5C2187A61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제목 15">
            <a:extLst>
              <a:ext uri="{FF2B5EF4-FFF2-40B4-BE49-F238E27FC236}">
                <a16:creationId xmlns:a16="http://schemas.microsoft.com/office/drawing/2014/main" id="{746C1AC5-5C89-EAB0-A771-134C0551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697480"/>
            <a:ext cx="11155680" cy="1463040"/>
          </a:xfrm>
        </p:spPr>
        <p:txBody>
          <a:bodyPr/>
          <a:lstStyle/>
          <a:p>
            <a:pPr algn="ctr"/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01</a:t>
            </a:r>
            <a:b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Engine Core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0E5D62E7-5B88-63F2-DBB0-FE457C25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D98CC685-0AB9-8AEF-1413-05F752AC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2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4BF70C-4E97-9594-6F22-D10CB215FE72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57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3037-1F97-CDD0-8A34-3C1490FA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FFCD7BE2-80FE-7C98-972F-FB03FC4B1C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제목 15">
            <a:extLst>
              <a:ext uri="{FF2B5EF4-FFF2-40B4-BE49-F238E27FC236}">
                <a16:creationId xmlns:a16="http://schemas.microsoft.com/office/drawing/2014/main" id="{682B49C8-2F03-D5D3-9879-2543D262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642009"/>
            <a:ext cx="11155680" cy="386364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92D050"/>
                </a:solidFill>
                <a:latin typeface="Consolas" panose="020B0609020204030204" pitchFamily="49" charset="0"/>
              </a:rPr>
              <a:t>문제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 01</a:t>
            </a: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en-US" altLang="ko-KR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VertexBuffer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가 넘친다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한번에 보낼 수 있는 정점 데이터가 버퍼의 </a:t>
            </a:r>
            <a:r>
              <a:rPr lang="en-US" altLang="ko-KR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MaxVertices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를 초과할 경우 </a:t>
            </a:r>
            <a:b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데이터 손실 발생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DA748E07-DF51-D76A-3025-A22678A9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F7A22068-8C91-FB33-03EA-5E903245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3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C76C3-670E-7DBD-6E2F-AC005F6248B0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21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40FB-51C4-A825-0F38-4BEE1BFB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05ECEC5F-510F-4307-9630-1C24CC139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0D04BD54-49D4-9F88-0986-219D606AA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버퍼를 더 늘리자고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? </a:t>
            </a:r>
            <a:r>
              <a:rPr lang="ko-KR" alt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빡센데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endParaRPr lang="ko-KR" altLang="en-US" sz="2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CE5D44E6-72F4-E126-BF72-0021A462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55CF9E81-47E0-A7FD-A9C8-BEDEACD5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4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F5D168A-1137-320E-FCD8-9156D0E2C4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7334943"/>
              </p:ext>
            </p:extLst>
          </p:nvPr>
        </p:nvGraphicFramePr>
        <p:xfrm>
          <a:off x="1271588" y="2532984"/>
          <a:ext cx="5165725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FB3AFC-AEE3-62C9-847D-E09F44840BA8}"/>
              </a:ext>
            </a:extLst>
          </p:cNvPr>
          <p:cNvSpPr txBox="1"/>
          <p:nvPr/>
        </p:nvSpPr>
        <p:spPr>
          <a:xfrm>
            <a:off x="5723212" y="2307816"/>
            <a:ext cx="6211232" cy="12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무작정 버퍼를 늘리는 데에는 한계가 있다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번에 끝낼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Draw Call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을 여러 번 나눠서 처리한다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비용이 좀 들긴 하지만 안정성이 증가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CDF402-BF4C-6523-0818-22A04F610AF3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45C87-290B-02F2-659F-907330666B83}"/>
              </a:ext>
            </a:extLst>
          </p:cNvPr>
          <p:cNvSpPr txBox="1"/>
          <p:nvPr/>
        </p:nvSpPr>
        <p:spPr>
          <a:xfrm>
            <a:off x="5723212" y="3865483"/>
            <a:ext cx="5953676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예를 들어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Consolas" panose="020B0609020204030204" pitchFamily="49" charset="0"/>
              </a:rPr>
              <a:t>ByteWidth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 = 64 KB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정점 하나가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32 B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일 경우 한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chunk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에 약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2,048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개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.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5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A0D3-0BC6-A9DB-50C3-B691D741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7F699842-E028-C83E-BC51-6DFB25A6EC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B53F7C6E-9699-D0E4-6504-06DAABAC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while (</a:t>
            </a:r>
            <a:r>
              <a:rPr lang="en-US" altLang="ko-KR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chunkStart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 &lt; </a:t>
            </a:r>
            <a:r>
              <a:rPr lang="en-US" altLang="ko-KR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totalVertices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endParaRPr lang="ko-KR" altLang="en-US" sz="2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397AF74-E0E6-CBB8-044F-59C6FFE4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7510" y="1915792"/>
            <a:ext cx="4891742" cy="376732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err="1">
                <a:solidFill>
                  <a:srgbClr val="92D050"/>
                </a:solidFill>
                <a:latin typeface="Consolas" panose="020B0609020204030204" pitchFamily="49" charset="0"/>
              </a:rPr>
              <a:t>chunkStart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0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번째 정점부터 시작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Const UINT </a:t>
            </a:r>
            <a:r>
              <a:rPr lang="en-US" altLang="ko-KR" dirty="0" err="1">
                <a:solidFill>
                  <a:srgbClr val="92D050"/>
                </a:solidFill>
                <a:latin typeface="Consolas" panose="020B0609020204030204" pitchFamily="49" charset="0"/>
              </a:rPr>
              <a:t>chunkV</a:t>
            </a:r>
            <a:endParaRPr lang="en-US" altLang="ko-KR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이번에 보낼 정점 데이터의 양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Map / </a:t>
            </a:r>
            <a:r>
              <a:rPr lang="en-US" altLang="ko-KR" dirty="0" err="1">
                <a:solidFill>
                  <a:srgbClr val="92D050"/>
                </a:solidFill>
                <a:latin typeface="Consolas" panose="020B0609020204030204" pitchFamily="49" charset="0"/>
              </a:rPr>
              <a:t>Unmap</a:t>
            </a:r>
            <a:endParaRPr lang="en-US" altLang="ko-KR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chunkV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만큼의 데이터를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GPU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로 복사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Context-&gt;</a:t>
            </a:r>
            <a:r>
              <a:rPr lang="en-US" altLang="ko-KR" dirty="0" err="1">
                <a:solidFill>
                  <a:srgbClr val="92D050"/>
                </a:solidFill>
                <a:latin typeface="Consolas" panose="020B0609020204030204" pitchFamily="49" charset="0"/>
              </a:rPr>
              <a:t>DrawIndexed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Draw Call -&gt;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반복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…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22571DB8-EDD3-671A-4571-25A417E3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8BE1E09B-0F64-9D80-CA41-620CA7C2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5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969B2D-42C7-6F96-F07D-C81839BB0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12" y="1915792"/>
            <a:ext cx="6333363" cy="1663994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BCF711D-2A1C-BBBF-BB53-6C6BAAD8B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12" y="3701738"/>
            <a:ext cx="4891743" cy="1429629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0BDAEA-BC68-ADA0-F6E7-787B4C075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12" y="5224744"/>
            <a:ext cx="3577766" cy="966506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61AB9E1-156D-F1F6-4C64-EE89499CA9A6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4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BAE3-69FD-95FE-FC25-54B5A5A83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78504CC0-B4AB-F356-6F71-9C7963B5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제목 15">
            <a:extLst>
              <a:ext uri="{FF2B5EF4-FFF2-40B4-BE49-F238E27FC236}">
                <a16:creationId xmlns:a16="http://schemas.microsoft.com/office/drawing/2014/main" id="{0E2A47E3-7CB0-8B55-8919-17505E8D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697480"/>
            <a:ext cx="11155680" cy="1463040"/>
          </a:xfrm>
        </p:spPr>
        <p:txBody>
          <a:bodyPr/>
          <a:lstStyle/>
          <a:p>
            <a:pPr algn="ctr"/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02</a:t>
            </a:r>
            <a:b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Editor &amp; Rendering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3009F6C0-7740-1D5B-A4C6-46DF5CA8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0941DB51-DB02-5A08-6882-8E5D3401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6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D6A931-33BD-E91F-50BA-85CE9E6BD9E2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6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C9485-750C-2427-963F-536BBC43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A605CB3A-8380-2920-13AF-2AE5D2CC9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제목 15">
            <a:extLst>
              <a:ext uri="{FF2B5EF4-FFF2-40B4-BE49-F238E27FC236}">
                <a16:creationId xmlns:a16="http://schemas.microsoft.com/office/drawing/2014/main" id="{DAA4AF1C-9857-A931-D507-8F3AF4B4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642009"/>
            <a:ext cx="11155680" cy="386364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92D050"/>
                </a:solidFill>
                <a:latin typeface="Consolas" panose="020B0609020204030204" pitchFamily="49" charset="0"/>
              </a:rPr>
              <a:t>문제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 02-1</a:t>
            </a: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모든 한글 조합은 총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11,172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자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알파벳과 달리 한글은 자음과 모음의 위치에 따라 글자의 모양이 변함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모든 조합을 미리 굽기에는 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VRAM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이 부족하고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 font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파일 전체를 </a:t>
            </a:r>
            <a:r>
              <a:rPr lang="ko-KR" alt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로드하는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것은 비효율적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CDEA5E1B-012D-9E64-3EA8-7FFE5DA3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1D5B9222-0628-E8B2-0FA7-04C629F5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7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3A7C6-AFDF-F7AA-2E1D-C4AEDA66D69B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84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9927-CBD5-A210-2C95-AB0BB80D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F954E83A-0272-D915-22F6-D49A4B4CF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CD885186-E36F-CC63-502B-14AA8E36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실시간으로 필요한 글자만 생성하자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Dynamic Atlas</a:t>
            </a:r>
            <a:endParaRPr lang="ko-KR" altLang="en-US" sz="2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DAF3AC82-E552-3AFA-00DE-4C2C4847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3B697F1C-8284-D92C-13CF-AA79CB4E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25EDD-A385-B0A2-81EF-052A9AE5BFB7}"/>
              </a:ext>
            </a:extLst>
          </p:cNvPr>
          <p:cNvSpPr txBox="1"/>
          <p:nvPr/>
        </p:nvSpPr>
        <p:spPr>
          <a:xfrm>
            <a:off x="2990384" y="3419846"/>
            <a:ext cx="6211232" cy="12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수만 개의 한글 조합을 미리 다 그리지 않고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필요한 순간에만 즉석에서 구워 낸다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On-demand Generation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0F370-03EC-EBC5-69F8-5251FE53B749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809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C6B3-4261-F002-0C51-B6F8F317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1A1091BA-CFFE-8FEE-0420-606F9C676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CF7CE1AC-D658-E615-D0C9-156E71BF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게으른 생성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&gt;&gt;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EnsureGlyph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()</a:t>
            </a:r>
            <a:endParaRPr lang="ko-KR" altLang="en-US" sz="2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EABDB4D2-3D67-5CBF-A2B7-9BFD5EDB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96FDE827-4927-786E-8CF8-F66FF47C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9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E1D56-70FF-B022-BF89-76D3DD4D4AB2}"/>
              </a:ext>
            </a:extLst>
          </p:cNvPr>
          <p:cNvSpPr txBox="1"/>
          <p:nvPr/>
        </p:nvSpPr>
        <p:spPr>
          <a:xfrm>
            <a:off x="6386237" y="2152985"/>
            <a:ext cx="5510846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11,172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자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를 미리 </a:t>
            </a:r>
            <a:r>
              <a:rPr lang="ko-KR" alt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로드하지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 않고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출력 직전에만 글자가 있는지 체크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C67D4-C947-9B09-CDA9-4E91EF093626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418C0-6BFB-2C33-B596-BB6CB9B05789}"/>
              </a:ext>
            </a:extLst>
          </p:cNvPr>
          <p:cNvSpPr txBox="1"/>
          <p:nvPr/>
        </p:nvSpPr>
        <p:spPr>
          <a:xfrm>
            <a:off x="6386237" y="3409279"/>
            <a:ext cx="5953676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글자가 이미 있으면 </a:t>
            </a:r>
            <a:endParaRPr lang="en-US" altLang="ko-KR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return true;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통과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04EA74-1D21-CBC0-C29D-84CF5BC59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74" y="2838731"/>
            <a:ext cx="5510846" cy="2145355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20704B-D438-8E7A-C560-5B137430EA27}"/>
              </a:ext>
            </a:extLst>
          </p:cNvPr>
          <p:cNvSpPr txBox="1"/>
          <p:nvPr/>
        </p:nvSpPr>
        <p:spPr>
          <a:xfrm>
            <a:off x="6386237" y="4665573"/>
            <a:ext cx="5953676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없으면</a:t>
            </a:r>
            <a:endParaRPr lang="en-US" altLang="ko-KR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return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false;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즉석에서 비트맵 생성</a:t>
            </a:r>
          </a:p>
        </p:txBody>
      </p:sp>
    </p:spTree>
    <p:extLst>
      <p:ext uri="{BB962C8B-B14F-4D97-AF65-F5344CB8AC3E}">
        <p14:creationId xmlns:p14="http://schemas.microsoft.com/office/powerpoint/2010/main" val="183689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8411-A917-A82F-58BA-DE39B85F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D701867A-0662-6933-745C-C59686D19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CC5FD1BD-73DF-399C-6477-4037B9790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VRAM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안에 글자들 다닥다닥 넣기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&gt;&gt;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AllocateRect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()</a:t>
            </a:r>
            <a:endParaRPr lang="ko-KR" altLang="en-US" sz="2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6AD836AC-02F3-8420-AF99-FB2C7038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F7EE5410-1AB6-8ACD-EF23-71FEF931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10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5A83C4-803D-79CA-EE9B-7562A47C8637}"/>
              </a:ext>
            </a:extLst>
          </p:cNvPr>
          <p:cNvSpPr txBox="1"/>
          <p:nvPr/>
        </p:nvSpPr>
        <p:spPr>
          <a:xfrm>
            <a:off x="6389110" y="2089802"/>
            <a:ext cx="5510846" cy="461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 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SHELF PACKING ALGORITHM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3804B1-426D-BB18-068A-A5C315D17ADF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D4960D-E149-4DDF-40F5-061182B2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12" y="1945321"/>
            <a:ext cx="5581955" cy="4436429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5E2A06-CA99-01B8-46D1-50776ABF6FBA}"/>
              </a:ext>
            </a:extLst>
          </p:cNvPr>
          <p:cNvSpPr txBox="1"/>
          <p:nvPr/>
        </p:nvSpPr>
        <p:spPr>
          <a:xfrm>
            <a:off x="6389110" y="2607994"/>
            <a:ext cx="5510846" cy="12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 &gt;&gt; 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글자를 한 줄씩 쌓다가 너비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solidFill>
                  <a:srgbClr val="92D050"/>
                </a:solidFill>
                <a:latin typeface="Consolas" panose="020B0609020204030204" pitchFamily="49" charset="0"/>
              </a:rPr>
              <a:t>AtlasWidth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가 꽉 차면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현재 층의 최대 높이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solidFill>
                  <a:srgbClr val="92D050"/>
                </a:solidFill>
                <a:latin typeface="Consolas" panose="020B0609020204030204" pitchFamily="49" charset="0"/>
              </a:rPr>
              <a:t>ShelfHeight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를 기준으로 새로운 행을 할당하는 방식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.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B23A7-3DB5-AA8B-5C3D-812EC5C900E8}"/>
              </a:ext>
            </a:extLst>
          </p:cNvPr>
          <p:cNvSpPr txBox="1"/>
          <p:nvPr/>
        </p:nvSpPr>
        <p:spPr>
          <a:xfrm>
            <a:off x="6389110" y="3957183"/>
            <a:ext cx="5510846" cy="46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 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...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빈틈없이 공간 활용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!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078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E87F-07BA-6044-EF9C-3C76DFC8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6498565E-9F33-965C-8B77-73B52C79A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제목 15">
            <a:extLst>
              <a:ext uri="{FF2B5EF4-FFF2-40B4-BE49-F238E27FC236}">
                <a16:creationId xmlns:a16="http://schemas.microsoft.com/office/drawing/2014/main" id="{5702FB4B-FDF7-870F-FF67-72BB95E36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642009"/>
            <a:ext cx="11155680" cy="386364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92D050"/>
                </a:solidFill>
                <a:latin typeface="Consolas" panose="020B0609020204030204" pitchFamily="49" charset="0"/>
              </a:rPr>
              <a:t>문제</a:t>
            </a:r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 02-2</a:t>
            </a: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에디터에서 원하는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만 보거나 </a:t>
            </a:r>
            <a:b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Polygon, Lighting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상태 확인이 어렵다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사실 어렵지 않은 문제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 </a:t>
            </a:r>
            <a:r>
              <a:rPr lang="en-US" altLang="ko-KR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ShowFlag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와 </a:t>
            </a:r>
            <a:r>
              <a:rPr lang="en-US" altLang="ko-KR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ViewMode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를 아직 구현하지 못해서 그랬을 뿐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FC2BB1F5-D379-C00E-3275-7530F093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53FEBD4F-E812-19C9-19D6-AAC20C868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11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89810-0345-3F4A-C7DE-33819890E7C5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693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52FD-7A28-603B-62C8-F9139CB7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67BB452F-A0C8-E861-033E-C1954A84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51B7D918-B95A-91DF-78E8-4217DB56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465709"/>
            <a:ext cx="11155680" cy="1463040"/>
          </a:xfrm>
        </p:spPr>
        <p:txBody>
          <a:bodyPr/>
          <a:lstStyle/>
          <a:p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Rendering Filters</a:t>
            </a:r>
            <a:endParaRPr lang="ko-KR" altLang="en-US" sz="2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A05FB25C-7DDE-0B44-582B-A8470886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401F9CCE-67EA-C0E0-9692-0696EDD7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12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F8A30-88F9-3A72-F409-8B2FABBC6BCF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6D8775-5694-80EC-5043-7390E43A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" y="1689125"/>
            <a:ext cx="6726005" cy="2576322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280E20C-7D12-A860-E7EB-FC6F66C3B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99" y="4274217"/>
            <a:ext cx="5618757" cy="2583773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0C53E9-9002-B5A2-6377-5DE81CF8EEAB}"/>
              </a:ext>
            </a:extLst>
          </p:cNvPr>
          <p:cNvSpPr txBox="1"/>
          <p:nvPr/>
        </p:nvSpPr>
        <p:spPr>
          <a:xfrm>
            <a:off x="7308606" y="1813333"/>
            <a:ext cx="3540369" cy="12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Rendering Filters 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옵션을 모두 켰을 경우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.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의 경우 별도의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로 생성 가능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endParaRPr lang="ko-KR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80EF4F-7A1F-14B8-153C-36002CE4A45C}"/>
              </a:ext>
            </a:extLst>
          </p:cNvPr>
          <p:cNvSpPr txBox="1"/>
          <p:nvPr/>
        </p:nvSpPr>
        <p:spPr>
          <a:xfrm>
            <a:off x="7291957" y="4453427"/>
            <a:ext cx="3540369" cy="170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Rendering Filters 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옵션을 일부만 켰을 경우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.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Static Meshes 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옵션을 끌 경우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Picking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이 불가능하다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endParaRPr lang="ko-KR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019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2A18-37AC-FEF2-B78B-BEDF9840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A7664418-631E-8DE7-E04B-9E82897BF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0BCA9564-A68D-9B20-A1D9-59A1699F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465709"/>
            <a:ext cx="11155680" cy="1463040"/>
          </a:xfrm>
        </p:spPr>
        <p:txBody>
          <a:bodyPr/>
          <a:lstStyle/>
          <a:p>
            <a:r>
              <a:rPr lang="en-US" altLang="ko-KR" sz="2400" dirty="0">
                <a:solidFill>
                  <a:srgbClr val="92D050"/>
                </a:solidFill>
                <a:latin typeface="Consolas" panose="020B0609020204030204" pitchFamily="49" charset="0"/>
              </a:rPr>
              <a:t>View Mode</a:t>
            </a:r>
            <a:endParaRPr lang="ko-KR" altLang="en-US" sz="2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3E62D074-FCF8-BD60-EA0C-A0B87045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08C62B32-CD10-6D38-48B2-7AAE3400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13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91B70-DAC0-289F-395E-D4B610C4F705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85C7FF-1E9F-19F1-9D0B-025B889CC0D2}"/>
              </a:ext>
            </a:extLst>
          </p:cNvPr>
          <p:cNvSpPr txBox="1"/>
          <p:nvPr/>
        </p:nvSpPr>
        <p:spPr>
          <a:xfrm>
            <a:off x="114103" y="3747139"/>
            <a:ext cx="2305030" cy="254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Lit Mode (1)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모든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Material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과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Lighting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이 적용된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Scene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의 최종 결과를 보여주는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endParaRPr lang="ko-KR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7F75ED-EE20-636B-16EB-6DF199D2C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4025"/>
            <a:ext cx="2436611" cy="177165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74A49AF-6249-F480-3E58-54E27B48E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611" y="1724025"/>
            <a:ext cx="2435723" cy="177165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0723306-4D3F-0BA8-EA66-997281136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334" y="1724026"/>
            <a:ext cx="2438987" cy="177165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84E7D6-A207-31D5-B64D-DC4D811BD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668" y="1724025"/>
            <a:ext cx="2435721" cy="1773376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DDC704C-87B7-D206-C6E8-6E79D6DD17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4647" y="1724025"/>
            <a:ext cx="2439883" cy="177165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DF4199-008D-7496-1F99-BEB0CCE72A25}"/>
              </a:ext>
            </a:extLst>
          </p:cNvPr>
          <p:cNvSpPr txBox="1"/>
          <p:nvPr/>
        </p:nvSpPr>
        <p:spPr>
          <a:xfrm>
            <a:off x="2419133" y="3747139"/>
            <a:ext cx="2435723" cy="1709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Unlit Mode (2)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모든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Lighting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을 제거한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Base Color Only Mode.</a:t>
            </a:r>
            <a:endParaRPr lang="ko-KR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782627-DB33-4596-1517-B7066976AAE8}"/>
              </a:ext>
            </a:extLst>
          </p:cNvPr>
          <p:cNvSpPr txBox="1"/>
          <p:nvPr/>
        </p:nvSpPr>
        <p:spPr>
          <a:xfrm>
            <a:off x="4872334" y="3747139"/>
            <a:ext cx="2438987" cy="170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Wireframe Mode (3)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Scene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의 모든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Polygon edge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들을 보여주는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endParaRPr lang="ko-KR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B154EC-98DC-CC56-A491-4C6B78649593}"/>
              </a:ext>
            </a:extLst>
          </p:cNvPr>
          <p:cNvSpPr txBox="1"/>
          <p:nvPr/>
        </p:nvSpPr>
        <p:spPr>
          <a:xfrm>
            <a:off x="7303934" y="3747139"/>
            <a:ext cx="2438987" cy="212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Normals Mode (4)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모든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Object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들의 표면의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Normal Vector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의 방향을 색깔로 보여주는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endParaRPr lang="ko-KR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A9EA6-7E3F-82BB-626C-309CE9C05A4E}"/>
              </a:ext>
            </a:extLst>
          </p:cNvPr>
          <p:cNvSpPr txBox="1"/>
          <p:nvPr/>
        </p:nvSpPr>
        <p:spPr>
          <a:xfrm>
            <a:off x="9739657" y="3747139"/>
            <a:ext cx="2438987" cy="212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Depth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Mode</a:t>
            </a:r>
            <a:r>
              <a:rPr lang="ko-KR" altLang="en-US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(5)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&gt;&gt; Scene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의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Depth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를 흑색에서 백색으로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Gradient</a:t>
            </a:r>
            <a:r>
              <a:rPr lang="ko-KR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하게 보여주는 </a:t>
            </a: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endParaRPr lang="ko-KR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04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3DD9-63C1-F994-61D8-E02A0EBB4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검은 색 3D 큐브 패턴">
            <a:extLst>
              <a:ext uri="{FF2B5EF4-FFF2-40B4-BE49-F238E27FC236}">
                <a16:creationId xmlns:a16="http://schemas.microsoft.com/office/drawing/2014/main" id="{EEB59BF7-051A-6DA7-1278-F43104FF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제목 15">
            <a:extLst>
              <a:ext uri="{FF2B5EF4-FFF2-40B4-BE49-F238E27FC236}">
                <a16:creationId xmlns:a16="http://schemas.microsoft.com/office/drawing/2014/main" id="{84E69816-9731-6B22-3743-AF73A190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48927"/>
            <a:ext cx="11155680" cy="1160145"/>
          </a:xfrm>
        </p:spPr>
        <p:txBody>
          <a:bodyPr/>
          <a:lstStyle/>
          <a:p>
            <a:pPr algn="ctr"/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Showcase</a:t>
            </a:r>
            <a:endParaRPr lang="ko-KR" alt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E74698A5-1B50-4D6B-4029-94A2A912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0" y="100584"/>
            <a:ext cx="292608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06BFF2A-BFFD-422C-995E-A5DE25D1E4FF}" type="datetime1">
              <a:rPr lang="en-US" altLang="ko-KR">
                <a:solidFill>
                  <a:srgbClr val="FFFFFF"/>
                </a:solidFill>
                <a:latin typeface="Consolas" panose="020B0609020204030204" pitchFamily="49" charset="0"/>
              </a:rPr>
              <a:pPr algn="r">
                <a:spcAft>
                  <a:spcPts val="600"/>
                </a:spcAft>
              </a:pPr>
              <a:t>3/25/2026</a:t>
            </a:fld>
            <a:endParaRPr lang="ko-KR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9475BDF3-9FEB-95E9-99BD-F1DC2B34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1005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>
                <a:solidFill>
                  <a:srgbClr val="FFFFFF"/>
                </a:solidFill>
                <a:latin typeface="Consolas" panose="020B0609020204030204" pitchFamily="49" charset="0"/>
                <a:ea typeface="Microsoft GothicNeo"/>
                <a:cs typeface="Microsoft GothicNeo"/>
              </a:rPr>
              <a:pPr>
                <a:spcAft>
                  <a:spcPts val="600"/>
                </a:spcAft>
              </a:pPr>
              <a:t>14</a:t>
            </a:fld>
            <a:endParaRPr lang="en-US" dirty="0">
              <a:solidFill>
                <a:srgbClr val="FFFFFF"/>
              </a:solidFill>
              <a:latin typeface="Consolas" panose="020B0609020204030204" pitchFamily="49" charset="0"/>
              <a:ea typeface="Microsoft GothicNeo"/>
              <a:cs typeface="Microsoft GothicNeo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ABED1-05C1-41BD-AA0A-C1D432E89E8B}"/>
              </a:ext>
            </a:extLst>
          </p:cNvPr>
          <p:cNvSpPr txBox="1"/>
          <p:nvPr/>
        </p:nvSpPr>
        <p:spPr>
          <a:xfrm>
            <a:off x="9756000" y="350293"/>
            <a:ext cx="1520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Krafton Game Tech Lab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4358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549</Words>
  <Application>Microsoft Office PowerPoint</Application>
  <PresentationFormat>와이드스크린</PresentationFormat>
  <Paragraphs>98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Microsoft GothicNeo</vt:lpstr>
      <vt:lpstr>Arial</vt:lpstr>
      <vt:lpstr>Bierstadt</vt:lpstr>
      <vt:lpstr>Consolas</vt:lpstr>
      <vt:lpstr>GestaltVTI</vt:lpstr>
      <vt:lpstr>Zeus Engine</vt:lpstr>
      <vt:lpstr>01 Engine Core</vt:lpstr>
      <vt:lpstr>문제 01   VertexBuffer가 넘친다.  한번에 보낼 수 있는 정점 데이터가 버퍼의 MaxVertices를 초과할 경우  데이터 손실 발생.</vt:lpstr>
      <vt:lpstr>버퍼를 더 늘리자고? 빡센데...</vt:lpstr>
      <vt:lpstr>while (chunkStart &lt; totalVertices)</vt:lpstr>
      <vt:lpstr>02 Editor &amp; Rendering</vt:lpstr>
      <vt:lpstr>문제 02-1   모든 한글 조합은 총 11,172자.  알파벳과 달리 한글은 자음과 모음의 위치에 따라 글자의 모양이 변함. 모든 조합을 미리 굽기에는 VRAM이 부족하고, font 파일 전체를 로드하는 것은 비효율적.</vt:lpstr>
      <vt:lpstr>실시간으로 필요한 글자만 생성하자. &gt;&gt; Dynamic Atlas</vt:lpstr>
      <vt:lpstr>게으른 생성... &gt;&gt; bool EnsureGlyph()</vt:lpstr>
      <vt:lpstr>VRAM 안에 글자들 다닥다닥 넣기... &gt;&gt; bool AllocateRect()</vt:lpstr>
      <vt:lpstr>문제 02-2   에디터에서 원하는 Object만 보거나  Polygon, Lighting 상태 확인이 어렵다.  사실 어렵지 않은 문제. ShowFlag와 ViewMode를 아직 구현하지 못해서 그랬을 뿐.</vt:lpstr>
      <vt:lpstr>Rendering Filters</vt:lpstr>
      <vt:lpstr>View Mode</vt:lpstr>
      <vt:lpstr>Showcase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jungle</dc:creator>
  <cp:lastModifiedBy>김기훈</cp:lastModifiedBy>
  <cp:revision>45</cp:revision>
  <dcterms:created xsi:type="dcterms:W3CDTF">2012-07-30T17:18:39Z</dcterms:created>
  <dcterms:modified xsi:type="dcterms:W3CDTF">2026-03-25T13:06:14Z</dcterms:modified>
</cp:coreProperties>
</file>