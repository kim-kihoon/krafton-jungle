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4" r:id="rId8"/>
    <p:sldId id="265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C9B0"/>
    <a:srgbClr val="6A9955"/>
    <a:srgbClr val="D4D4D4"/>
    <a:srgbClr val="9B9B9B"/>
    <a:srgbClr val="DCDCAA"/>
    <a:srgbClr val="CE9178"/>
    <a:srgbClr val="569CD6"/>
    <a:srgbClr val="1E1E1E"/>
    <a:srgbClr val="00FF99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3037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118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213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0313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98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968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900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502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86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994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117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773577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841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7801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2362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881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2736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353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hf sldNum="0" hdr="0" ftr="0" dt="0"/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71DD79C-6879-D783-A0FE-38592030A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9407" y="6144960"/>
            <a:ext cx="4452594" cy="721581"/>
          </a:xfrm>
        </p:spPr>
        <p:txBody>
          <a:bodyPr anchor="ctr">
            <a:normAutofit/>
          </a:bodyPr>
          <a:lstStyle/>
          <a:p>
            <a:pPr algn="l"/>
            <a:r>
              <a:rPr lang="en-US" altLang="ko-KR" sz="18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Team 08 </a:t>
            </a:r>
            <a:r>
              <a:rPr lang="ko-KR" altLang="en-US" sz="1800" dirty="0">
                <a:solidFill>
                  <a:srgbClr val="6A99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김기훈 김형도 김형준 장민준</a:t>
            </a: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20F17FA0-8AFD-449D-D953-5733F4E20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536" y="2550761"/>
            <a:ext cx="6098928" cy="1394693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AFDA7B28-76D1-8B68-B175-5B03AEE954C7}"/>
              </a:ext>
            </a:extLst>
          </p:cNvPr>
          <p:cNvSpPr txBox="1"/>
          <p:nvPr/>
        </p:nvSpPr>
        <p:spPr>
          <a:xfrm>
            <a:off x="7221202" y="3760788"/>
            <a:ext cx="244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9B9B9B"/>
                </a:solidFill>
                <a:latin typeface="Consolas" panose="020B0609020204030204" pitchFamily="49" charset="0"/>
              </a:rPr>
              <a:t>version 2.0.0</a:t>
            </a:r>
            <a:endParaRPr lang="ko-KR" altLang="en-US" dirty="0">
              <a:solidFill>
                <a:srgbClr val="9B9B9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428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A860F4-43C9-8CA5-C445-04DE078EC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783411"/>
            <a:ext cx="10800000" cy="3291178"/>
          </a:xfrm>
        </p:spPr>
        <p:txBody>
          <a:bodyPr>
            <a:normAutofit/>
          </a:bodyPr>
          <a:lstStyle/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SetProjectGoal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단순 렌더링을 넘어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UE”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의 설계 방식을 따르는 엔진 아키텍처를 구축한다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;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lnSpc>
                <a:spcPct val="110000"/>
              </a:lnSpc>
              <a:buNone/>
            </a:pP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UStaticMesh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중심의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UAsset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파이프라인 및 다중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편집 환경을 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제공한다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72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5776C-2477-4829-23BD-AE709A5CC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65C2A-0232-B192-848E-0A27B80B6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739" y="2901971"/>
            <a:ext cx="5566522" cy="1054057"/>
          </a:xfrm>
        </p:spPr>
        <p:txBody>
          <a:bodyPr>
            <a:normAutofit/>
          </a:bodyPr>
          <a:lstStyle/>
          <a:p>
            <a:pPr marL="36900" indent="0" algn="ctr">
              <a:lnSpc>
                <a:spcPct val="150000"/>
              </a:lnSpc>
              <a:buNone/>
            </a:pPr>
            <a:r>
              <a:rPr lang="en-US" altLang="ko-KR" sz="3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360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3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altLang="ko-KR" sz="3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72817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5F56E-2668-9B89-5099-93B0E856E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A50AF8-95C9-66A4-F00A-AE00B264B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15" y="0"/>
            <a:ext cx="10985369" cy="6858000"/>
          </a:xfrm>
        </p:spPr>
        <p:txBody>
          <a:bodyPr>
            <a:normAutofit/>
          </a:bodyPr>
          <a:lstStyle/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Engine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public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void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en-US" altLang="ko-KR" sz="160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SetEngineCore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() 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{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ObjectIterator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를 통해 모든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UStaticMesh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를 실시간으로 탐색하여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DropList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에 자동 바인딩하는 구조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	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*.obj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및</a:t>
            </a:r>
            <a:r>
              <a:rPr lang="ko-KR" alt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*.mtl</a:t>
            </a:r>
            <a:r>
              <a:rPr lang="ko-KR" alt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파일 파싱</a:t>
            </a:r>
            <a:r>
              <a:rPr lang="ko-KR" alt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및 엔진 최적화 데이터로의 변환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	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매번 파싱하지 않기 위한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BinaryBaking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구축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}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</a:t>
            </a: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void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en-US" altLang="ko-KR" sz="160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Render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() 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{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위치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(P),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법선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(N),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색상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(C), UV(T)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를 포함한 정점 구조와 이를 처리하는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“StaticMeshShader.hlsl”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하나의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가 여러 개의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을 가지는 구조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단위로 분할 렌더링하여 다중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UMaterial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을 할당하는 로직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}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2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849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A0336-B3BB-9308-4DDF-B98231746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651DF-7561-787F-5946-F4065929B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739" y="2901971"/>
            <a:ext cx="5566522" cy="1054057"/>
          </a:xfrm>
        </p:spPr>
        <p:txBody>
          <a:bodyPr>
            <a:normAutofit/>
          </a:bodyPr>
          <a:lstStyle/>
          <a:p>
            <a:pPr marL="36900" indent="0" algn="ctr">
              <a:lnSpc>
                <a:spcPct val="150000"/>
              </a:lnSpc>
              <a:buNone/>
            </a:pPr>
            <a:r>
              <a:rPr lang="en-US" altLang="ko-KR" sz="3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360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3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Editor</a:t>
            </a:r>
            <a:r>
              <a:rPr lang="en-US" altLang="ko-KR" sz="3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795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42A24-F429-D46A-1326-C169136F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2E3D2-81EC-D5A7-7CF5-87D95DF96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408887"/>
            <a:ext cx="10800000" cy="6040225"/>
          </a:xfrm>
        </p:spPr>
        <p:txBody>
          <a:bodyPr>
            <a:normAutofit/>
          </a:bodyPr>
          <a:lstStyle/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Editor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public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void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en-US" altLang="ko-KR" sz="160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SetMultiViewport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() 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{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멀티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Viewport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로 화면 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n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분할 및 실시간 크기 조절 기능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	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SSplitter : SWindow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상속 구조와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“Editor.ini”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를 통한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SSplitter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위치 저장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/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복원 로직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}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</a:t>
            </a: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void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en-US" altLang="ko-KR" sz="160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SceneSerialize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() </a:t>
            </a:r>
            <a:r>
              <a:rPr lang="en-US" altLang="ko-KR" sz="160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씬 관리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{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*.Scene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포맷을 이용한 월드 상태 저장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	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UStaticMeshComponent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의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UAsset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경로 및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Transform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저장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	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Viewport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의 카메라 기능 복원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}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247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3B0B1-CF43-6F8C-4FC7-276695DA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F3DF1-96ED-DAE7-8B72-D08A8E3E2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322" y="2901971"/>
            <a:ext cx="6849356" cy="1054057"/>
          </a:xfrm>
        </p:spPr>
        <p:txBody>
          <a:bodyPr>
            <a:normAutofit/>
          </a:bodyPr>
          <a:lstStyle/>
          <a:p>
            <a:pPr marL="36900" indent="0" algn="ctr">
              <a:lnSpc>
                <a:spcPct val="150000"/>
              </a:lnSpc>
              <a:buNone/>
            </a:pPr>
            <a:r>
              <a:rPr lang="en-US" altLang="ko-KR" sz="3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360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3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AdvancedFeatures</a:t>
            </a:r>
            <a:r>
              <a:rPr lang="en-US" altLang="ko-KR" sz="3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12681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9FB11-B3C3-50FF-40E0-0BDCFBDD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7257F9-3BD2-456B-C415-853EAB702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968604"/>
            <a:ext cx="10800000" cy="5583025"/>
          </a:xfrm>
        </p:spPr>
        <p:txBody>
          <a:bodyPr>
            <a:normAutofit/>
          </a:bodyPr>
          <a:lstStyle/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AdvancedFeatures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public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void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en-US" altLang="ko-KR" sz="160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SetObjViewer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()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{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IS_OBJ_VIEWER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전처리 매크로를 사용하여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Editor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와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Viewer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를 물리적으로 다른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*.exe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로 빌드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	</a:t>
            </a:r>
            <a:r>
              <a:rPr lang="en-US" altLang="ko-KR" sz="160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가벼운 뷰어 실행 파일로 인해 뷰어 파일의 뛰어난 배포성</a:t>
            </a:r>
            <a:r>
              <a:rPr lang="en-US" altLang="ko-KR" sz="160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, </a:t>
            </a:r>
            <a:r>
              <a:rPr lang="ko-KR" altLang="en-US" sz="160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런타임 성능 및 리소스 관리 향상</a:t>
            </a:r>
            <a:endParaRPr lang="en-US" altLang="ko-KR" sz="1600" dirty="0">
              <a:solidFill>
                <a:srgbClr val="6A9955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}</a:t>
            </a:r>
            <a:endParaRPr lang="en-US" altLang="ko-KR" sz="1600" dirty="0">
              <a:solidFill>
                <a:srgbClr val="6A9955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</a:t>
            </a: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void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en-US" altLang="ko-KR" sz="160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SetOverlayStat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()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{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stat”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콘솔 명령어 및 실시간 효과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	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“stat fps”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,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“stat memory”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를 통한 엔진 리소스 실시간 모니터링 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UI;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}</a:t>
            </a:r>
            <a:endParaRPr lang="en-US" altLang="ko-KR" sz="1600" dirty="0">
              <a:solidFill>
                <a:srgbClr val="6A9955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10000"/>
              </a:lnSpc>
              <a:buNone/>
            </a:pPr>
            <a:endParaRPr lang="ko-KR" alt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765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28223-B34D-B803-64A3-522EC87DB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D563ED-F060-A62E-E219-7E5B6C4E9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690932"/>
            <a:ext cx="10800000" cy="3476135"/>
          </a:xfrm>
        </p:spPr>
        <p:txBody>
          <a:bodyPr>
            <a:normAutofit/>
          </a:bodyPr>
          <a:lstStyle/>
          <a:p>
            <a:pPr marL="36900" indent="0">
              <a:lnSpc>
                <a:spcPct val="16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void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en-US" altLang="ko-KR" sz="160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SetUVScroll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()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{</a:t>
            </a:r>
          </a:p>
          <a:p>
            <a:pPr marL="36900" indent="0">
              <a:lnSpc>
                <a:spcPct val="16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EngineLoop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에서 매 프레임 계산된 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DeltaTime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을 누적하여 절대 시간인 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TotalTime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생성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D4D4D4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6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	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연산 효율을 위해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PixelShader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가 아닌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VertexShader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에서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UVOffset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계산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</a:p>
          <a:p>
            <a:pPr marL="36900" indent="0">
              <a:lnSpc>
                <a:spcPct val="16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		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실시간으로 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ScrollSpeed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를 사용자가 조절할 수 있는 </a:t>
            </a:r>
            <a:r>
              <a:rPr lang="en-US" altLang="ko-KR" sz="16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ScrollBarUI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구현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Noto Sans KR" panose="020B0200000000000000" pitchFamily="50" charset="-127"/>
              </a:rPr>
              <a:t>;</a:t>
            </a:r>
          </a:p>
          <a:p>
            <a:pPr marL="36900" indent="0">
              <a:lnSpc>
                <a:spcPct val="11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}</a:t>
            </a:r>
            <a:endParaRPr lang="en-US" altLang="ko-KR" sz="1600" dirty="0">
              <a:solidFill>
                <a:srgbClr val="6A9955"/>
              </a:solidFill>
              <a:effectLst/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 marL="36900" indent="0">
              <a:lnSpc>
                <a:spcPct val="160000"/>
              </a:lnSpc>
              <a:buNone/>
            </a:pP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4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3B0CA-ECB8-75E8-6793-C908DD9C9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3F6088-B247-C825-8831-31FEA4072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322" y="2901971"/>
            <a:ext cx="6849356" cy="1054057"/>
          </a:xfrm>
        </p:spPr>
        <p:txBody>
          <a:bodyPr>
            <a:normAutofit/>
          </a:bodyPr>
          <a:lstStyle/>
          <a:p>
            <a:pPr marL="36900" indent="0" algn="ctr">
              <a:lnSpc>
                <a:spcPct val="150000"/>
              </a:lnSpc>
              <a:buNone/>
            </a:pPr>
            <a:r>
              <a:rPr lang="en-US" altLang="ko-KR" sz="3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360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3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Showcase</a:t>
            </a:r>
            <a:r>
              <a:rPr lang="en-US" altLang="ko-KR" sz="3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34731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슬레이트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TM04033929[[fn=슬레이트]]</Template>
  <TotalTime>203</TotalTime>
  <Words>402</Words>
  <Application>Microsoft Office PowerPoint</Application>
  <PresentationFormat>와이드스크린</PresentationFormat>
  <Paragraphs>64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Noto Sans KR</vt:lpstr>
      <vt:lpstr>Calisto MT</vt:lpstr>
      <vt:lpstr>Consolas</vt:lpstr>
      <vt:lpstr>Wingdings 2</vt:lpstr>
      <vt:lpstr>슬레이트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김기훈</dc:creator>
  <cp:lastModifiedBy>김기훈</cp:lastModifiedBy>
  <cp:revision>119</cp:revision>
  <dcterms:created xsi:type="dcterms:W3CDTF">2026-04-01T03:49:54Z</dcterms:created>
  <dcterms:modified xsi:type="dcterms:W3CDTF">2026-04-01T07:13:42Z</dcterms:modified>
</cp:coreProperties>
</file>